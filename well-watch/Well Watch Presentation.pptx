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8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9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0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1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12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13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14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1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1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17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18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9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0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21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22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23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4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25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26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27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28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29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30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31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32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33.xml" ContentType="application/vnd.openxmlformats-officedocument.theme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34.xml" ContentType="application/vnd.openxmlformats-officedocument.theme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35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36.xml" ContentType="application/vnd.openxmlformats-officedocument.theme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37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38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39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40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41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42.xml" ContentType="application/vnd.openxmlformats-officedocument.theme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theme/theme43.xml" ContentType="application/vnd.openxmlformats-officedocument.theme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44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theme/theme45.xml" ContentType="application/vnd.openxmlformats-officedocument.theme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46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47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48.xml" ContentType="application/vnd.openxmlformats-officedocument.theme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49.xml" ContentType="application/vnd.openxmlformats-officedocument.theme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50.xml" ContentType="application/vnd.openxmlformats-officedocument.theme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51.xml" ContentType="application/vnd.openxmlformats-officedocument.theme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52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theme/theme53.xml" ContentType="application/vnd.openxmlformats-officedocument.theme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theme/theme54.xml" ContentType="application/vnd.openxmlformats-officedocument.theme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theme/theme55.xml" ContentType="application/vnd.openxmlformats-officedocument.theme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theme/theme56.xml" ContentType="application/vnd.openxmlformats-officedocument.theme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57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theme/theme58.xml" ContentType="application/vnd.openxmlformats-officedocument.theme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59.xml" ContentType="application/vnd.openxmlformats-officedocument.theme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60.xml" ContentType="application/vnd.openxmlformats-officedocument.theme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theme/theme61.xml" ContentType="application/vnd.openxmlformats-officedocument.theme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theme/theme62.xml" ContentType="application/vnd.openxmlformats-officedocument.theme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63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64.xml" ContentType="application/vnd.openxmlformats-officedocument.theme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theme/theme65.xml" ContentType="application/vnd.openxmlformats-officedocument.theme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theme/theme66.xml" ContentType="application/vnd.openxmlformats-officedocument.theme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theme/theme67.xml" ContentType="application/vnd.openxmlformats-officedocument.theme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theme/theme68.xml" ContentType="application/vnd.openxmlformats-officedocument.theme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theme/theme69.xml" ContentType="application/vnd.openxmlformats-officedocument.theme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theme/theme70.xml" ContentType="application/vnd.openxmlformats-officedocument.theme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theme/theme71.xml" ContentType="application/vnd.openxmlformats-officedocument.theme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theme/theme72.xml" ContentType="application/vnd.openxmlformats-officedocument.theme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theme/theme73.xml" ContentType="application/vnd.openxmlformats-officedocument.theme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theme/theme74.xml" ContentType="application/vnd.openxmlformats-officedocument.theme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theme/theme75.xml" ContentType="application/vnd.openxmlformats-officedocument.theme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theme/theme76.xml" ContentType="application/vnd.openxmlformats-officedocument.theme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theme/theme77.xml" ContentType="application/vnd.openxmlformats-officedocument.theme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theme/theme78.xml" ContentType="application/vnd.openxmlformats-officedocument.theme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theme/theme79.xml" ContentType="application/vnd.openxmlformats-officedocument.theme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theme/theme80.xml" ContentType="application/vnd.openxmlformats-officedocument.theme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theme/theme81.xml" ContentType="application/vnd.openxmlformats-officedocument.theme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theme/theme82.xml" ContentType="application/vnd.openxmlformats-officedocument.theme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theme/theme83.xml" ContentType="application/vnd.openxmlformats-officedocument.theme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theme/theme84.xml" ContentType="application/vnd.openxmlformats-officedocument.theme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theme/theme85.xml" ContentType="application/vnd.openxmlformats-officedocument.theme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theme/theme86.xml" ContentType="application/vnd.openxmlformats-officedocument.theme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theme/theme87.xml" ContentType="application/vnd.openxmlformats-officedocument.theme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theme/theme88.xml" ContentType="application/vnd.openxmlformats-officedocument.theme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theme/theme89.xml" ContentType="application/vnd.openxmlformats-officedocument.theme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theme/theme90.xml" ContentType="application/vnd.openxmlformats-officedocument.theme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theme/theme91.xml" ContentType="application/vnd.openxmlformats-officedocument.theme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theme/theme92.xml" ContentType="application/vnd.openxmlformats-officedocument.theme+xml"/>
  <Override PartName="/ppt/theme/theme93.xml" ContentType="application/vnd.openxmlformats-officedocument.theme+xml"/>
  <Override PartName="/ppt/theme/theme9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  <p:sldMasterId id="2147483685" r:id="rId3"/>
    <p:sldMasterId id="2147483690" r:id="rId4"/>
    <p:sldMasterId id="2147483707" r:id="rId5"/>
    <p:sldMasterId id="2147483724" r:id="rId6"/>
    <p:sldMasterId id="2147483741" r:id="rId7"/>
    <p:sldMasterId id="2147483770" r:id="rId8"/>
    <p:sldMasterId id="2147483787" r:id="rId9"/>
    <p:sldMasterId id="2147483804" r:id="rId10"/>
    <p:sldMasterId id="2147483821" r:id="rId11"/>
    <p:sldMasterId id="2147483826" r:id="rId12"/>
    <p:sldMasterId id="2147483855" r:id="rId13"/>
    <p:sldMasterId id="2147483872" r:id="rId14"/>
    <p:sldMasterId id="2147483901" r:id="rId15"/>
    <p:sldMasterId id="2147483906" r:id="rId16"/>
    <p:sldMasterId id="2147483911" r:id="rId17"/>
    <p:sldMasterId id="2147483916" r:id="rId18"/>
    <p:sldMasterId id="2147483945" r:id="rId19"/>
    <p:sldMasterId id="2147483950" r:id="rId20"/>
    <p:sldMasterId id="2147483967" r:id="rId21"/>
    <p:sldMasterId id="2147483972" r:id="rId22"/>
    <p:sldMasterId id="2147484013" r:id="rId23"/>
    <p:sldMasterId id="2147484030" r:id="rId24"/>
    <p:sldMasterId id="2147484035" r:id="rId25"/>
    <p:sldMasterId id="2147484088" r:id="rId26"/>
    <p:sldMasterId id="2147484093" r:id="rId27"/>
    <p:sldMasterId id="2147484122" r:id="rId28"/>
    <p:sldMasterId id="2147484127" r:id="rId29"/>
    <p:sldMasterId id="2147484144" r:id="rId30"/>
    <p:sldMasterId id="2147484173" r:id="rId31"/>
    <p:sldMasterId id="2147484178" r:id="rId32"/>
    <p:sldMasterId id="2147484195" r:id="rId33"/>
    <p:sldMasterId id="2147484200" r:id="rId34"/>
    <p:sldMasterId id="2147484205" r:id="rId35"/>
    <p:sldMasterId id="2147484222" r:id="rId36"/>
    <p:sldMasterId id="2147484251" r:id="rId37"/>
    <p:sldMasterId id="2147484268" r:id="rId38"/>
    <p:sldMasterId id="2147484309" r:id="rId39"/>
    <p:sldMasterId id="2147484314" r:id="rId40"/>
    <p:sldMasterId id="2147484331" r:id="rId41"/>
    <p:sldMasterId id="2147484336" r:id="rId42"/>
    <p:sldMasterId id="2147484353" r:id="rId43"/>
    <p:sldMasterId id="2147484382" r:id="rId44"/>
    <p:sldMasterId id="2147484399" r:id="rId45"/>
    <p:sldMasterId id="2147484404" r:id="rId46"/>
    <p:sldMasterId id="2147484433" r:id="rId47"/>
    <p:sldMasterId id="2147484438" r:id="rId48"/>
    <p:sldMasterId id="2147484467" r:id="rId49"/>
    <p:sldMasterId id="2147484484" r:id="rId50"/>
    <p:sldMasterId id="2147484501" r:id="rId51"/>
    <p:sldMasterId id="2147484530" r:id="rId52"/>
    <p:sldMasterId id="2147484535" r:id="rId53"/>
    <p:sldMasterId id="2147484552" r:id="rId54"/>
    <p:sldMasterId id="2147484569" r:id="rId55"/>
    <p:sldMasterId id="2147484574" r:id="rId56"/>
    <p:sldMasterId id="2147484579" r:id="rId57"/>
    <p:sldMasterId id="2147484596" r:id="rId58"/>
    <p:sldMasterId id="2147484613" r:id="rId59"/>
    <p:sldMasterId id="2147484618" r:id="rId60"/>
    <p:sldMasterId id="2147484635" r:id="rId61"/>
    <p:sldMasterId id="2147484640" r:id="rId62"/>
    <p:sldMasterId id="2147484657" r:id="rId63"/>
    <p:sldMasterId id="2147484674" r:id="rId64"/>
    <p:sldMasterId id="2147484679" r:id="rId65"/>
    <p:sldMasterId id="2147484696" r:id="rId66"/>
    <p:sldMasterId id="2147484701" r:id="rId67"/>
    <p:sldMasterId id="2147484706" r:id="rId68"/>
    <p:sldMasterId id="2147484723" r:id="rId69"/>
    <p:sldMasterId id="2147484740" r:id="rId70"/>
    <p:sldMasterId id="2147484745" r:id="rId71"/>
    <p:sldMasterId id="2147484762" r:id="rId72"/>
    <p:sldMasterId id="2147484767" r:id="rId73"/>
    <p:sldMasterId id="2147484796" r:id="rId74"/>
    <p:sldMasterId id="2147484825" r:id="rId75"/>
    <p:sldMasterId id="2147484842" r:id="rId76"/>
    <p:sldMasterId id="2147484847" r:id="rId77"/>
    <p:sldMasterId id="2147484888" r:id="rId78"/>
    <p:sldMasterId id="2147484893" r:id="rId79"/>
    <p:sldMasterId id="2147484910" r:id="rId80"/>
    <p:sldMasterId id="2147484927" r:id="rId81"/>
    <p:sldMasterId id="2147484932" r:id="rId82"/>
    <p:sldMasterId id="2147484949" r:id="rId83"/>
    <p:sldMasterId id="2147484966" r:id="rId84"/>
    <p:sldMasterId id="2147484983" r:id="rId85"/>
    <p:sldMasterId id="2147484988" r:id="rId86"/>
    <p:sldMasterId id="2147484993" r:id="rId87"/>
    <p:sldMasterId id="2147484998" r:id="rId88"/>
    <p:sldMasterId id="2147485027" r:id="rId89"/>
    <p:sldMasterId id="2147485044" r:id="rId90"/>
    <p:sldMasterId id="2147485073" r:id="rId91"/>
    <p:sldMasterId id="2147485102" r:id="rId92"/>
  </p:sldMasterIdLst>
  <p:notesMasterIdLst>
    <p:notesMasterId r:id="rId110"/>
  </p:notesMasterIdLst>
  <p:handoutMasterIdLst>
    <p:handoutMasterId r:id="rId111"/>
  </p:handoutMasterIdLst>
  <p:sldIdLst>
    <p:sldId id="2545" r:id="rId93"/>
    <p:sldId id="2548" r:id="rId94"/>
    <p:sldId id="2546" r:id="rId95"/>
    <p:sldId id="2549" r:id="rId96"/>
    <p:sldId id="2551" r:id="rId97"/>
    <p:sldId id="2555" r:id="rId98"/>
    <p:sldId id="2558" r:id="rId99"/>
    <p:sldId id="2559" r:id="rId100"/>
    <p:sldId id="2560" r:id="rId101"/>
    <p:sldId id="2556" r:id="rId102"/>
    <p:sldId id="2539" r:id="rId103"/>
    <p:sldId id="2547" r:id="rId104"/>
    <p:sldId id="2540" r:id="rId105"/>
    <p:sldId id="2541" r:id="rId106"/>
    <p:sldId id="2542" r:id="rId107"/>
    <p:sldId id="2543" r:id="rId108"/>
    <p:sldId id="2544" r:id="rId10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ssein Zakariaei" initials="HZ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9" autoAdjust="0"/>
    <p:restoredTop sz="88534" autoAdjust="0"/>
  </p:normalViewPr>
  <p:slideViewPr>
    <p:cSldViewPr>
      <p:cViewPr varScale="1">
        <p:scale>
          <a:sx n="81" d="100"/>
          <a:sy n="81" d="100"/>
        </p:scale>
        <p:origin x="7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Master" Target="slideMasters/slideMaster63.xml"/><Relationship Id="rId68" Type="http://schemas.openxmlformats.org/officeDocument/2006/relationships/slideMaster" Target="slideMasters/slideMaster68.xml"/><Relationship Id="rId84" Type="http://schemas.openxmlformats.org/officeDocument/2006/relationships/slideMaster" Target="slideMasters/slideMaster84.xml"/><Relationship Id="rId89" Type="http://schemas.openxmlformats.org/officeDocument/2006/relationships/slideMaster" Target="slideMasters/slideMaster89.xml"/><Relationship Id="rId112" Type="http://schemas.openxmlformats.org/officeDocument/2006/relationships/commentAuthors" Target="commentAuthors.xml"/><Relationship Id="rId16" Type="http://schemas.openxmlformats.org/officeDocument/2006/relationships/slideMaster" Target="slideMasters/slideMaster16.xml"/><Relationship Id="rId107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Master" Target="slideMasters/slideMaster53.xml"/><Relationship Id="rId58" Type="http://schemas.openxmlformats.org/officeDocument/2006/relationships/slideMaster" Target="slideMasters/slideMaster58.xml"/><Relationship Id="rId74" Type="http://schemas.openxmlformats.org/officeDocument/2006/relationships/slideMaster" Target="slideMasters/slideMaster74.xml"/><Relationship Id="rId79" Type="http://schemas.openxmlformats.org/officeDocument/2006/relationships/slideMaster" Target="slideMasters/slideMaster79.xml"/><Relationship Id="rId102" Type="http://schemas.openxmlformats.org/officeDocument/2006/relationships/slide" Target="slides/slide10.xml"/><Relationship Id="rId5" Type="http://schemas.openxmlformats.org/officeDocument/2006/relationships/slideMaster" Target="slideMasters/slideMaster5.xml"/><Relationship Id="rId90" Type="http://schemas.openxmlformats.org/officeDocument/2006/relationships/slideMaster" Target="slideMasters/slideMaster90.xml"/><Relationship Id="rId95" Type="http://schemas.openxmlformats.org/officeDocument/2006/relationships/slide" Target="slides/slide3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64" Type="http://schemas.openxmlformats.org/officeDocument/2006/relationships/slideMaster" Target="slideMasters/slideMaster64.xml"/><Relationship Id="rId69" Type="http://schemas.openxmlformats.org/officeDocument/2006/relationships/slideMaster" Target="slideMasters/slideMaster69.xml"/><Relationship Id="rId113" Type="http://schemas.openxmlformats.org/officeDocument/2006/relationships/presProps" Target="presProps.xml"/><Relationship Id="rId80" Type="http://schemas.openxmlformats.org/officeDocument/2006/relationships/slideMaster" Target="slideMasters/slideMaster80.xml"/><Relationship Id="rId85" Type="http://schemas.openxmlformats.org/officeDocument/2006/relationships/slideMaster" Target="slideMasters/slideMaster85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59" Type="http://schemas.openxmlformats.org/officeDocument/2006/relationships/slideMaster" Target="slideMasters/slideMaster59.xml"/><Relationship Id="rId103" Type="http://schemas.openxmlformats.org/officeDocument/2006/relationships/slide" Target="slides/slide11.xml"/><Relationship Id="rId108" Type="http://schemas.openxmlformats.org/officeDocument/2006/relationships/slide" Target="slides/slide16.xml"/><Relationship Id="rId54" Type="http://schemas.openxmlformats.org/officeDocument/2006/relationships/slideMaster" Target="slideMasters/slideMaster54.xml"/><Relationship Id="rId70" Type="http://schemas.openxmlformats.org/officeDocument/2006/relationships/slideMaster" Target="slideMasters/slideMaster70.xml"/><Relationship Id="rId75" Type="http://schemas.openxmlformats.org/officeDocument/2006/relationships/slideMaster" Target="slideMasters/slideMaster75.xml"/><Relationship Id="rId91" Type="http://schemas.openxmlformats.org/officeDocument/2006/relationships/slideMaster" Target="slideMasters/slideMaster91.xml"/><Relationship Id="rId96" Type="http://schemas.openxmlformats.org/officeDocument/2006/relationships/slide" Target="slides/slide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Master" Target="slideMasters/slideMaster57.xml"/><Relationship Id="rId106" Type="http://schemas.openxmlformats.org/officeDocument/2006/relationships/slide" Target="slides/slide14.xml"/><Relationship Id="rId114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Master" Target="slideMasters/slideMaster60.xml"/><Relationship Id="rId65" Type="http://schemas.openxmlformats.org/officeDocument/2006/relationships/slideMaster" Target="slideMasters/slideMaster65.xml"/><Relationship Id="rId73" Type="http://schemas.openxmlformats.org/officeDocument/2006/relationships/slideMaster" Target="slideMasters/slideMaster73.xml"/><Relationship Id="rId78" Type="http://schemas.openxmlformats.org/officeDocument/2006/relationships/slideMaster" Target="slideMasters/slideMaster78.xml"/><Relationship Id="rId81" Type="http://schemas.openxmlformats.org/officeDocument/2006/relationships/slideMaster" Target="slideMasters/slideMaster81.xml"/><Relationship Id="rId86" Type="http://schemas.openxmlformats.org/officeDocument/2006/relationships/slideMaster" Target="slideMasters/slideMaster86.xml"/><Relationship Id="rId94" Type="http://schemas.openxmlformats.org/officeDocument/2006/relationships/slide" Target="slides/slide2.xml"/><Relationship Id="rId99" Type="http://schemas.openxmlformats.org/officeDocument/2006/relationships/slide" Target="slides/slide7.xml"/><Relationship Id="rId101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109" Type="http://schemas.openxmlformats.org/officeDocument/2006/relationships/slide" Target="slides/slide17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Master" Target="slideMasters/slideMaster76.xml"/><Relationship Id="rId97" Type="http://schemas.openxmlformats.org/officeDocument/2006/relationships/slide" Target="slides/slide5.xml"/><Relationship Id="rId104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71" Type="http://schemas.openxmlformats.org/officeDocument/2006/relationships/slideMaster" Target="slideMasters/slideMaster71.xml"/><Relationship Id="rId92" Type="http://schemas.openxmlformats.org/officeDocument/2006/relationships/slideMaster" Target="slideMasters/slideMaster92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Master" Target="slideMasters/slideMaster66.xml"/><Relationship Id="rId87" Type="http://schemas.openxmlformats.org/officeDocument/2006/relationships/slideMaster" Target="slideMasters/slideMaster87.xml"/><Relationship Id="rId110" Type="http://schemas.openxmlformats.org/officeDocument/2006/relationships/notesMaster" Target="notesMasters/notesMaster1.xml"/><Relationship Id="rId115" Type="http://schemas.openxmlformats.org/officeDocument/2006/relationships/theme" Target="theme/theme1.xml"/><Relationship Id="rId61" Type="http://schemas.openxmlformats.org/officeDocument/2006/relationships/slideMaster" Target="slideMasters/slideMaster61.xml"/><Relationship Id="rId82" Type="http://schemas.openxmlformats.org/officeDocument/2006/relationships/slideMaster" Target="slideMasters/slideMaster82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Master" Target="slideMasters/slideMaster56.xml"/><Relationship Id="rId77" Type="http://schemas.openxmlformats.org/officeDocument/2006/relationships/slideMaster" Target="slideMasters/slideMaster77.xml"/><Relationship Id="rId100" Type="http://schemas.openxmlformats.org/officeDocument/2006/relationships/slide" Target="slides/slide8.xml"/><Relationship Id="rId105" Type="http://schemas.openxmlformats.org/officeDocument/2006/relationships/slide" Target="slides/slide13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Master" Target="slideMasters/slideMaster72.xml"/><Relationship Id="rId93" Type="http://schemas.openxmlformats.org/officeDocument/2006/relationships/slide" Target="slides/slide1.xml"/><Relationship Id="rId98" Type="http://schemas.openxmlformats.org/officeDocument/2006/relationships/slide" Target="slides/slide6.xml"/><Relationship Id="rId3" Type="http://schemas.openxmlformats.org/officeDocument/2006/relationships/slideMaster" Target="slideMasters/slideMaster3.xml"/><Relationship Id="rId25" Type="http://schemas.openxmlformats.org/officeDocument/2006/relationships/slideMaster" Target="slideMasters/slideMaster25.xml"/><Relationship Id="rId46" Type="http://schemas.openxmlformats.org/officeDocument/2006/relationships/slideMaster" Target="slideMasters/slideMaster46.xml"/><Relationship Id="rId67" Type="http://schemas.openxmlformats.org/officeDocument/2006/relationships/slideMaster" Target="slideMasters/slideMaster67.xml"/><Relationship Id="rId116" Type="http://schemas.openxmlformats.org/officeDocument/2006/relationships/tableStyles" Target="tableStyles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62" Type="http://schemas.openxmlformats.org/officeDocument/2006/relationships/slideMaster" Target="slideMasters/slideMaster62.xml"/><Relationship Id="rId83" Type="http://schemas.openxmlformats.org/officeDocument/2006/relationships/slideMaster" Target="slideMasters/slideMaster83.xml"/><Relationship Id="rId88" Type="http://schemas.openxmlformats.org/officeDocument/2006/relationships/slideMaster" Target="slideMasters/slideMaster88.xml"/><Relationship Id="rId111" Type="http://schemas.openxmlformats.org/officeDocument/2006/relationships/handoutMaster" Target="handoutMasters/handout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721E76-A278-4E93-93B8-1D6A548D30C0}" type="doc">
      <dgm:prSet loTypeId="urn:microsoft.com/office/officeart/2005/8/layout/chevron2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DBF375E6-06A2-447E-9E4C-DAC29A104823}">
      <dgm:prSet phldrT="[Text]" custT="1"/>
      <dgm:spPr/>
      <dgm:t>
        <a:bodyPr/>
        <a:lstStyle/>
        <a:p>
          <a:r>
            <a:rPr lang="en-US" sz="1400" dirty="0" smtClean="0"/>
            <a:t>Easy-track file history</a:t>
          </a:r>
          <a:endParaRPr lang="en-US" sz="1400" dirty="0"/>
        </a:p>
      </dgm:t>
    </dgm:pt>
    <dgm:pt modelId="{74564543-7FCB-4589-8B95-723B820245E7}" type="parTrans" cxnId="{F4AE5E89-FA89-4128-AA74-73720C1FADDC}">
      <dgm:prSet/>
      <dgm:spPr/>
      <dgm:t>
        <a:bodyPr/>
        <a:lstStyle/>
        <a:p>
          <a:endParaRPr lang="en-US" sz="1400"/>
        </a:p>
      </dgm:t>
    </dgm:pt>
    <dgm:pt modelId="{18F6A090-E134-4287-93D4-49C1B0D118EE}" type="sibTrans" cxnId="{F4AE5E89-FA89-4128-AA74-73720C1FADDC}">
      <dgm:prSet/>
      <dgm:spPr/>
      <dgm:t>
        <a:bodyPr/>
        <a:lstStyle/>
        <a:p>
          <a:endParaRPr lang="en-US" sz="1400"/>
        </a:p>
      </dgm:t>
    </dgm:pt>
    <dgm:pt modelId="{9842C88E-3278-4AC3-8855-F3316DBA72FD}">
      <dgm:prSet custT="1"/>
      <dgm:spPr/>
      <dgm:t>
        <a:bodyPr/>
        <a:lstStyle/>
        <a:p>
          <a:r>
            <a:rPr lang="en-US" sz="1400" dirty="0" smtClean="0"/>
            <a:t>Automatically Determine received reports:</a:t>
          </a:r>
        </a:p>
      </dgm:t>
    </dgm:pt>
    <dgm:pt modelId="{B53012C9-5B75-4262-898D-9142CF040188}" type="parTrans" cxnId="{45FFF383-DF22-49F9-AC68-B70BED7D9921}">
      <dgm:prSet/>
      <dgm:spPr/>
      <dgm:t>
        <a:bodyPr/>
        <a:lstStyle/>
        <a:p>
          <a:endParaRPr lang="en-US" sz="1400"/>
        </a:p>
      </dgm:t>
    </dgm:pt>
    <dgm:pt modelId="{2D3EBEFB-FFE6-4359-B575-C038439C74FD}" type="sibTrans" cxnId="{45FFF383-DF22-49F9-AC68-B70BED7D9921}">
      <dgm:prSet/>
      <dgm:spPr/>
      <dgm:t>
        <a:bodyPr/>
        <a:lstStyle/>
        <a:p>
          <a:endParaRPr lang="en-US" sz="1400"/>
        </a:p>
      </dgm:t>
    </dgm:pt>
    <dgm:pt modelId="{D0D1AED8-129B-4BFE-8CB4-3C4E8E07958F}">
      <dgm:prSet custT="1"/>
      <dgm:spPr/>
      <dgm:t>
        <a:bodyPr/>
        <a:lstStyle/>
        <a:p>
          <a:r>
            <a:rPr lang="en-US" sz="1400" dirty="0" smtClean="0"/>
            <a:t>Hi-Speed Data Base Search.</a:t>
          </a:r>
          <a:endParaRPr lang="en-US" sz="1400" dirty="0"/>
        </a:p>
      </dgm:t>
    </dgm:pt>
    <dgm:pt modelId="{CB925F10-EAF3-4D30-825F-2E8F8A38E784}" type="parTrans" cxnId="{7B37ADC4-1055-4219-8322-097B26EA20D0}">
      <dgm:prSet/>
      <dgm:spPr/>
      <dgm:t>
        <a:bodyPr/>
        <a:lstStyle/>
        <a:p>
          <a:endParaRPr lang="en-US" sz="1400"/>
        </a:p>
      </dgm:t>
    </dgm:pt>
    <dgm:pt modelId="{60AC7753-66B7-44EE-A6A2-E484D429F204}" type="sibTrans" cxnId="{7B37ADC4-1055-4219-8322-097B26EA20D0}">
      <dgm:prSet/>
      <dgm:spPr/>
      <dgm:t>
        <a:bodyPr/>
        <a:lstStyle/>
        <a:p>
          <a:endParaRPr lang="en-US" sz="1400"/>
        </a:p>
      </dgm:t>
    </dgm:pt>
    <dgm:pt modelId="{0C444246-61E7-4442-A496-9C6E57D99B92}">
      <dgm:prSet custT="1"/>
      <dgm:spPr/>
      <dgm:t>
        <a:bodyPr/>
        <a:lstStyle/>
        <a:p>
          <a:endParaRPr lang="en-US" sz="1400" dirty="0" smtClean="0"/>
        </a:p>
      </dgm:t>
    </dgm:pt>
    <dgm:pt modelId="{502AFFF9-2090-40C0-A1A5-E1AD6E0C68E1}" type="parTrans" cxnId="{5845EC85-ED15-4EF0-8E84-64B9E735D8C2}">
      <dgm:prSet/>
      <dgm:spPr/>
      <dgm:t>
        <a:bodyPr/>
        <a:lstStyle/>
        <a:p>
          <a:endParaRPr lang="en-US" sz="1400"/>
        </a:p>
      </dgm:t>
    </dgm:pt>
    <dgm:pt modelId="{7731FFA6-7F06-448A-A046-147EA32207C2}" type="sibTrans" cxnId="{5845EC85-ED15-4EF0-8E84-64B9E735D8C2}">
      <dgm:prSet/>
      <dgm:spPr/>
      <dgm:t>
        <a:bodyPr/>
        <a:lstStyle/>
        <a:p>
          <a:endParaRPr lang="en-US" sz="1400"/>
        </a:p>
      </dgm:t>
    </dgm:pt>
    <dgm:pt modelId="{DDB554D1-C272-4983-8A2F-E7A18CA204BD}">
      <dgm:prSet custT="1"/>
      <dgm:spPr/>
      <dgm:t>
        <a:bodyPr/>
        <a:lstStyle/>
        <a:p>
          <a:endParaRPr lang="en-US" sz="1400" dirty="0"/>
        </a:p>
      </dgm:t>
    </dgm:pt>
    <dgm:pt modelId="{C33F9B16-9289-4FE1-B1BE-CF8B447EC73A}" type="parTrans" cxnId="{04654D9A-85E9-4B15-814A-EE6ADA617EB6}">
      <dgm:prSet/>
      <dgm:spPr/>
      <dgm:t>
        <a:bodyPr/>
        <a:lstStyle/>
        <a:p>
          <a:endParaRPr lang="en-US" sz="1400"/>
        </a:p>
      </dgm:t>
    </dgm:pt>
    <dgm:pt modelId="{88E50298-1FE7-4767-A4D7-BEA3FC397896}" type="sibTrans" cxnId="{04654D9A-85E9-4B15-814A-EE6ADA617EB6}">
      <dgm:prSet/>
      <dgm:spPr/>
      <dgm:t>
        <a:bodyPr/>
        <a:lstStyle/>
        <a:p>
          <a:endParaRPr lang="en-US" sz="1400"/>
        </a:p>
      </dgm:t>
    </dgm:pt>
    <dgm:pt modelId="{C1D6E44B-8676-420E-927B-BBE1F9FB33BC}">
      <dgm:prSet custT="1"/>
      <dgm:spPr/>
      <dgm:t>
        <a:bodyPr/>
        <a:lstStyle/>
        <a:p>
          <a:r>
            <a:rPr lang="en-US" sz="1400" dirty="0" smtClean="0"/>
            <a:t>contractor/contract/well name/file type/report date</a:t>
          </a:r>
        </a:p>
      </dgm:t>
    </dgm:pt>
    <dgm:pt modelId="{CE2D8A50-7B91-475D-ABE8-C092D06B4659}" type="parTrans" cxnId="{189EDC41-7F3C-41A9-8285-B71FE923A1F7}">
      <dgm:prSet/>
      <dgm:spPr/>
      <dgm:t>
        <a:bodyPr/>
        <a:lstStyle/>
        <a:p>
          <a:endParaRPr lang="en-US" sz="1400"/>
        </a:p>
      </dgm:t>
    </dgm:pt>
    <dgm:pt modelId="{004CA2E8-A7A4-491E-AAF2-0398B174A22C}" type="sibTrans" cxnId="{189EDC41-7F3C-41A9-8285-B71FE923A1F7}">
      <dgm:prSet/>
      <dgm:spPr/>
      <dgm:t>
        <a:bodyPr/>
        <a:lstStyle/>
        <a:p>
          <a:endParaRPr lang="en-US" sz="1400"/>
        </a:p>
      </dgm:t>
    </dgm:pt>
    <dgm:pt modelId="{0A8935EC-BE3A-4B6B-97C5-209FDFF96AA3}">
      <dgm:prSet phldrT="[Text]" custT="1"/>
      <dgm:spPr/>
      <dgm:t>
        <a:bodyPr/>
        <a:lstStyle/>
        <a:p>
          <a:r>
            <a:rPr lang="en-US" sz="1400" dirty="0" smtClean="0"/>
            <a:t>Unique &amp; consistent parent/source link with several attachment(s)/reference(s)</a:t>
          </a:r>
          <a:endParaRPr lang="en-US" sz="1400" dirty="0"/>
        </a:p>
      </dgm:t>
    </dgm:pt>
    <dgm:pt modelId="{DA0222C4-9942-4362-905E-BA0667697E71}" type="parTrans" cxnId="{9145C5B2-B1BC-45D5-B608-D4EFF8D68237}">
      <dgm:prSet/>
      <dgm:spPr/>
      <dgm:t>
        <a:bodyPr/>
        <a:lstStyle/>
        <a:p>
          <a:endParaRPr lang="en-US" sz="1400"/>
        </a:p>
      </dgm:t>
    </dgm:pt>
    <dgm:pt modelId="{2444C737-DABB-4AC2-89F1-54CD4ACED6BD}" type="sibTrans" cxnId="{9145C5B2-B1BC-45D5-B608-D4EFF8D68237}">
      <dgm:prSet/>
      <dgm:spPr/>
      <dgm:t>
        <a:bodyPr/>
        <a:lstStyle/>
        <a:p>
          <a:endParaRPr lang="en-US" sz="1400"/>
        </a:p>
      </dgm:t>
    </dgm:pt>
    <dgm:pt modelId="{F88AC248-3AC2-4055-B98E-80A813296531}">
      <dgm:prSet phldrT="[Text]" custT="1"/>
      <dgm:spPr/>
      <dgm:t>
        <a:bodyPr/>
        <a:lstStyle/>
        <a:p>
          <a:endParaRPr lang="en-US" sz="1400" dirty="0"/>
        </a:p>
      </dgm:t>
    </dgm:pt>
    <dgm:pt modelId="{4AF989A3-6C77-4BD2-BFCE-8FE39E0E8C63}" type="parTrans" cxnId="{58501ED2-6B1F-43FB-8CDF-C7B908636690}">
      <dgm:prSet/>
      <dgm:spPr/>
      <dgm:t>
        <a:bodyPr/>
        <a:lstStyle/>
        <a:p>
          <a:endParaRPr lang="en-US" sz="1400"/>
        </a:p>
      </dgm:t>
    </dgm:pt>
    <dgm:pt modelId="{2DC5B298-A26C-439F-8B44-BAA9F849FDCF}" type="sibTrans" cxnId="{58501ED2-6B1F-43FB-8CDF-C7B908636690}">
      <dgm:prSet/>
      <dgm:spPr/>
      <dgm:t>
        <a:bodyPr/>
        <a:lstStyle/>
        <a:p>
          <a:endParaRPr lang="en-US" sz="1400"/>
        </a:p>
      </dgm:t>
    </dgm:pt>
    <dgm:pt modelId="{C44345DA-CCDE-4E74-8964-9CA4C73B8B4C}">
      <dgm:prSet phldrT="[Text]" custT="1"/>
      <dgm:spPr/>
      <dgm:t>
        <a:bodyPr/>
        <a:lstStyle/>
        <a:p>
          <a:r>
            <a:rPr lang="en-US" sz="1400" dirty="0" smtClean="0"/>
            <a:t>Alarm system for missing vital information &amp; files</a:t>
          </a:r>
          <a:endParaRPr lang="en-US" sz="1400" dirty="0"/>
        </a:p>
      </dgm:t>
    </dgm:pt>
    <dgm:pt modelId="{27DAE625-BFFB-4910-A73F-461BAE58368D}" type="parTrans" cxnId="{27E4BF94-96BB-4973-A7DA-524960BBFB29}">
      <dgm:prSet/>
      <dgm:spPr/>
      <dgm:t>
        <a:bodyPr/>
        <a:lstStyle/>
        <a:p>
          <a:endParaRPr lang="en-US" sz="1400"/>
        </a:p>
      </dgm:t>
    </dgm:pt>
    <dgm:pt modelId="{416B7CEC-B495-4FA3-A9F8-5324DA194FE2}" type="sibTrans" cxnId="{27E4BF94-96BB-4973-A7DA-524960BBFB29}">
      <dgm:prSet/>
      <dgm:spPr/>
      <dgm:t>
        <a:bodyPr/>
        <a:lstStyle/>
        <a:p>
          <a:endParaRPr lang="en-US" sz="1400"/>
        </a:p>
      </dgm:t>
    </dgm:pt>
    <dgm:pt modelId="{B06C6F12-263A-4E5F-8DB9-DE61503F7A59}">
      <dgm:prSet phldrT="[Text]" custT="1"/>
      <dgm:spPr/>
      <dgm:t>
        <a:bodyPr/>
        <a:lstStyle/>
        <a:p>
          <a:endParaRPr lang="en-US" sz="1400" dirty="0"/>
        </a:p>
      </dgm:t>
    </dgm:pt>
    <dgm:pt modelId="{9575AF5F-8778-431A-BD50-6042BD6A3FCC}" type="parTrans" cxnId="{3534B745-88FA-4E28-BF90-6E92A8CDC253}">
      <dgm:prSet/>
      <dgm:spPr/>
      <dgm:t>
        <a:bodyPr/>
        <a:lstStyle/>
        <a:p>
          <a:endParaRPr lang="en-US" sz="1400"/>
        </a:p>
      </dgm:t>
    </dgm:pt>
    <dgm:pt modelId="{16021E4A-5812-4BAA-BD32-F20E4D23BF01}" type="sibTrans" cxnId="{3534B745-88FA-4E28-BF90-6E92A8CDC253}">
      <dgm:prSet/>
      <dgm:spPr/>
      <dgm:t>
        <a:bodyPr/>
        <a:lstStyle/>
        <a:p>
          <a:endParaRPr lang="en-US" sz="1400"/>
        </a:p>
      </dgm:t>
    </dgm:pt>
    <dgm:pt modelId="{4BC0F400-5C01-4ADE-82FE-30B502C9FB79}">
      <dgm:prSet phldrT="[Text]" custT="1"/>
      <dgm:spPr/>
      <dgm:t>
        <a:bodyPr/>
        <a:lstStyle/>
        <a:p>
          <a:r>
            <a:rPr lang="en-US" sz="1400" dirty="0" smtClean="0"/>
            <a:t>History log of all log in and activities are recorded for admin:</a:t>
          </a:r>
          <a:endParaRPr lang="en-US" sz="1400" dirty="0"/>
        </a:p>
      </dgm:t>
    </dgm:pt>
    <dgm:pt modelId="{7F08A33B-453A-4AB2-BB1A-CAEAFE0F9E45}" type="parTrans" cxnId="{3854666F-666D-403B-B7BB-5A75EED30F52}">
      <dgm:prSet/>
      <dgm:spPr/>
      <dgm:t>
        <a:bodyPr/>
        <a:lstStyle/>
        <a:p>
          <a:endParaRPr lang="en-US" sz="1400"/>
        </a:p>
      </dgm:t>
    </dgm:pt>
    <dgm:pt modelId="{D65D2891-57DE-4DED-93BD-4EBD40D06170}" type="sibTrans" cxnId="{3854666F-666D-403B-B7BB-5A75EED30F52}">
      <dgm:prSet/>
      <dgm:spPr/>
      <dgm:t>
        <a:bodyPr/>
        <a:lstStyle/>
        <a:p>
          <a:endParaRPr lang="en-US" sz="1400"/>
        </a:p>
      </dgm:t>
    </dgm:pt>
    <dgm:pt modelId="{CA2478AF-E5F6-416F-9584-2BD8E4AB2A09}">
      <dgm:prSet phldrT="[Text]" custT="1"/>
      <dgm:spPr/>
      <dgm:t>
        <a:bodyPr/>
        <a:lstStyle/>
        <a:p>
          <a:endParaRPr lang="en-US" sz="1400" dirty="0"/>
        </a:p>
      </dgm:t>
    </dgm:pt>
    <dgm:pt modelId="{444A99D7-6B1C-47A9-B39A-983CC41F341A}" type="parTrans" cxnId="{0BF443DF-C463-45FB-BE9F-8AFB8C5A41A1}">
      <dgm:prSet/>
      <dgm:spPr/>
      <dgm:t>
        <a:bodyPr/>
        <a:lstStyle/>
        <a:p>
          <a:endParaRPr lang="en-US" sz="1400"/>
        </a:p>
      </dgm:t>
    </dgm:pt>
    <dgm:pt modelId="{C04D8870-8AE3-4935-B124-A7C38BCCC920}" type="sibTrans" cxnId="{0BF443DF-C463-45FB-BE9F-8AFB8C5A41A1}">
      <dgm:prSet/>
      <dgm:spPr/>
      <dgm:t>
        <a:bodyPr/>
        <a:lstStyle/>
        <a:p>
          <a:endParaRPr lang="en-US" sz="1400"/>
        </a:p>
      </dgm:t>
    </dgm:pt>
    <dgm:pt modelId="{C9328C87-F96C-43C8-86B5-8F5471F8820D}">
      <dgm:prSet phldrT="[Text]" custT="1"/>
      <dgm:spPr/>
      <dgm:t>
        <a:bodyPr/>
        <a:lstStyle/>
        <a:p>
          <a:r>
            <a:rPr lang="en-US" sz="1400" dirty="0" smtClean="0"/>
            <a:t>Login session, Viewed files, Downloaded Files, … .</a:t>
          </a:r>
          <a:endParaRPr lang="en-US" sz="1400" dirty="0"/>
        </a:p>
      </dgm:t>
    </dgm:pt>
    <dgm:pt modelId="{542D9BCD-0F39-404E-8201-2C7F4D9D7004}" type="parTrans" cxnId="{F112C02B-5BD1-40F9-B24B-4D4FD67FA959}">
      <dgm:prSet/>
      <dgm:spPr/>
      <dgm:t>
        <a:bodyPr/>
        <a:lstStyle/>
        <a:p>
          <a:endParaRPr lang="en-US" sz="1400"/>
        </a:p>
      </dgm:t>
    </dgm:pt>
    <dgm:pt modelId="{4C0433FE-2851-4D33-853B-59F8132893A8}" type="sibTrans" cxnId="{F112C02B-5BD1-40F9-B24B-4D4FD67FA959}">
      <dgm:prSet/>
      <dgm:spPr/>
      <dgm:t>
        <a:bodyPr/>
        <a:lstStyle/>
        <a:p>
          <a:endParaRPr lang="en-US" sz="1400"/>
        </a:p>
      </dgm:t>
    </dgm:pt>
    <dgm:pt modelId="{568C41F1-0B01-497A-9E2A-D04BE2B78634}">
      <dgm:prSet phldrT="[Text]" custT="1"/>
      <dgm:spPr/>
      <dgm:t>
        <a:bodyPr/>
        <a:lstStyle/>
        <a:p>
          <a:r>
            <a:rPr lang="en-US" sz="1400" dirty="0" smtClean="0"/>
            <a:t>Read only feature of files secures the files / prevent manipulations</a:t>
          </a:r>
          <a:endParaRPr lang="en-US" sz="1400" dirty="0"/>
        </a:p>
      </dgm:t>
    </dgm:pt>
    <dgm:pt modelId="{A5831D7A-3782-48F9-BDD4-3D52F4CB5BAE}" type="parTrans" cxnId="{4C8F13ED-FB2B-4396-ADDA-1E26180C4EE0}">
      <dgm:prSet/>
      <dgm:spPr/>
      <dgm:t>
        <a:bodyPr/>
        <a:lstStyle/>
        <a:p>
          <a:endParaRPr lang="en-US" sz="1400"/>
        </a:p>
      </dgm:t>
    </dgm:pt>
    <dgm:pt modelId="{09885CFB-CFD2-4520-8A7F-DC32E3126758}" type="sibTrans" cxnId="{4C8F13ED-FB2B-4396-ADDA-1E26180C4EE0}">
      <dgm:prSet/>
      <dgm:spPr/>
      <dgm:t>
        <a:bodyPr/>
        <a:lstStyle/>
        <a:p>
          <a:endParaRPr lang="en-US" sz="1400"/>
        </a:p>
      </dgm:t>
    </dgm:pt>
    <dgm:pt modelId="{72756053-6F5B-4E6B-B1D9-14B7867CABD5}">
      <dgm:prSet phldrT="[Text]" custT="1"/>
      <dgm:spPr/>
      <dgm:t>
        <a:bodyPr/>
        <a:lstStyle/>
        <a:p>
          <a:r>
            <a:rPr lang="en-US" sz="1400" dirty="0" smtClean="0"/>
            <a:t>Customized access levels</a:t>
          </a:r>
          <a:endParaRPr lang="en-US" sz="1400" dirty="0"/>
        </a:p>
      </dgm:t>
    </dgm:pt>
    <dgm:pt modelId="{8CC2CE08-E504-4C78-ACFD-C63FD4CDDF42}" type="parTrans" cxnId="{714FBCB4-88B7-4D3E-94C2-921D7F38C929}">
      <dgm:prSet/>
      <dgm:spPr/>
      <dgm:t>
        <a:bodyPr/>
        <a:lstStyle/>
        <a:p>
          <a:endParaRPr lang="en-US" sz="1400"/>
        </a:p>
      </dgm:t>
    </dgm:pt>
    <dgm:pt modelId="{DC6BC4DB-3FE2-43D9-B4A4-8EBBAA872745}" type="sibTrans" cxnId="{714FBCB4-88B7-4D3E-94C2-921D7F38C929}">
      <dgm:prSet/>
      <dgm:spPr/>
      <dgm:t>
        <a:bodyPr/>
        <a:lstStyle/>
        <a:p>
          <a:endParaRPr lang="en-US" sz="1400"/>
        </a:p>
      </dgm:t>
    </dgm:pt>
    <dgm:pt modelId="{2E9D1172-1D6A-4F10-BD9F-FCB00820AF65}">
      <dgm:prSet phldrT="[Text]" custT="1"/>
      <dgm:spPr/>
      <dgm:t>
        <a:bodyPr/>
        <a:lstStyle/>
        <a:p>
          <a:endParaRPr lang="en-US" sz="1400" dirty="0"/>
        </a:p>
      </dgm:t>
    </dgm:pt>
    <dgm:pt modelId="{74737F9E-7CFA-4B07-8E41-90E8267798EB}" type="parTrans" cxnId="{1F45181E-6F9A-4AAE-ADB2-BAAE08099948}">
      <dgm:prSet/>
      <dgm:spPr/>
      <dgm:t>
        <a:bodyPr/>
        <a:lstStyle/>
        <a:p>
          <a:endParaRPr lang="en-US" sz="1400"/>
        </a:p>
      </dgm:t>
    </dgm:pt>
    <dgm:pt modelId="{CA40B010-33DE-4C04-8874-69CA6E4E28BD}" type="sibTrans" cxnId="{1F45181E-6F9A-4AAE-ADB2-BAAE08099948}">
      <dgm:prSet/>
      <dgm:spPr/>
      <dgm:t>
        <a:bodyPr/>
        <a:lstStyle/>
        <a:p>
          <a:endParaRPr lang="en-US" sz="1400"/>
        </a:p>
      </dgm:t>
    </dgm:pt>
    <dgm:pt modelId="{472DEB0D-0A23-445C-AD45-AE5838E2A3A1}">
      <dgm:prSet phldrT="[Text]" custT="1"/>
      <dgm:spPr/>
      <dgm:t>
        <a:bodyPr/>
        <a:lstStyle/>
        <a:p>
          <a:r>
            <a:rPr lang="en-US" sz="1400" dirty="0" smtClean="0"/>
            <a:t>All software commands are available based on user access level.</a:t>
          </a:r>
          <a:endParaRPr lang="en-US" sz="1400" dirty="0"/>
        </a:p>
      </dgm:t>
    </dgm:pt>
    <dgm:pt modelId="{FC5ACCB2-9007-482E-BB56-ABDAA91AE232}" type="parTrans" cxnId="{475F6223-08CF-4154-AC30-0282076BC660}">
      <dgm:prSet/>
      <dgm:spPr/>
      <dgm:t>
        <a:bodyPr/>
        <a:lstStyle/>
        <a:p>
          <a:endParaRPr lang="en-US" sz="1400"/>
        </a:p>
      </dgm:t>
    </dgm:pt>
    <dgm:pt modelId="{E41947D8-8B24-4E7C-A7F4-0710B4361146}" type="sibTrans" cxnId="{475F6223-08CF-4154-AC30-0282076BC660}">
      <dgm:prSet/>
      <dgm:spPr/>
      <dgm:t>
        <a:bodyPr/>
        <a:lstStyle/>
        <a:p>
          <a:endParaRPr lang="en-US" sz="1400"/>
        </a:p>
      </dgm:t>
    </dgm:pt>
    <dgm:pt modelId="{FF30B680-4380-4FB4-BF83-EAF8C185D131}">
      <dgm:prSet phldrT="[Text]" custT="1"/>
      <dgm:spPr/>
      <dgm:t>
        <a:bodyPr/>
        <a:lstStyle/>
        <a:p>
          <a:endParaRPr lang="en-US" sz="1400" dirty="0"/>
        </a:p>
      </dgm:t>
    </dgm:pt>
    <dgm:pt modelId="{B71B816F-45DA-45EC-AF83-8EC2A3A19448}" type="parTrans" cxnId="{D07983F2-E32F-42BB-A9A7-92B320F08002}">
      <dgm:prSet/>
      <dgm:spPr/>
      <dgm:t>
        <a:bodyPr/>
        <a:lstStyle/>
        <a:p>
          <a:endParaRPr lang="en-US" sz="1400"/>
        </a:p>
      </dgm:t>
    </dgm:pt>
    <dgm:pt modelId="{6B0ACF91-619C-4231-BF4B-3A93079A0F87}" type="sibTrans" cxnId="{D07983F2-E32F-42BB-A9A7-92B320F08002}">
      <dgm:prSet/>
      <dgm:spPr/>
      <dgm:t>
        <a:bodyPr/>
        <a:lstStyle/>
        <a:p>
          <a:endParaRPr lang="en-US" sz="1400"/>
        </a:p>
      </dgm:t>
    </dgm:pt>
    <dgm:pt modelId="{080095ED-103A-4464-89B2-7F7ECC040DDB}">
      <dgm:prSet custT="1"/>
      <dgm:spPr/>
      <dgm:t>
        <a:bodyPr/>
        <a:lstStyle/>
        <a:p>
          <a:r>
            <a:rPr lang="en-US" sz="1400" b="1" i="1" dirty="0" smtClean="0"/>
            <a:t>“User Friendly Interface”</a:t>
          </a:r>
          <a:r>
            <a:rPr lang="en-US" sz="1400" dirty="0" smtClean="0"/>
            <a:t>, (same as windows explorer.)</a:t>
          </a:r>
          <a:endParaRPr lang="en-US" sz="1400" dirty="0"/>
        </a:p>
      </dgm:t>
    </dgm:pt>
    <dgm:pt modelId="{7DD942F3-79C9-4D34-817D-08412862F1DC}" type="parTrans" cxnId="{2E285900-7467-429E-8713-DCC5D632CD8A}">
      <dgm:prSet/>
      <dgm:spPr/>
      <dgm:t>
        <a:bodyPr/>
        <a:lstStyle/>
        <a:p>
          <a:endParaRPr lang="en-US" sz="1400"/>
        </a:p>
      </dgm:t>
    </dgm:pt>
    <dgm:pt modelId="{DCB60D6A-8C3C-4E3A-9B8C-CBF5B5F74D0B}" type="sibTrans" cxnId="{2E285900-7467-429E-8713-DCC5D632CD8A}">
      <dgm:prSet/>
      <dgm:spPr/>
      <dgm:t>
        <a:bodyPr/>
        <a:lstStyle/>
        <a:p>
          <a:endParaRPr lang="en-US" sz="1400"/>
        </a:p>
      </dgm:t>
    </dgm:pt>
    <dgm:pt modelId="{A8DB1E33-1D59-45DD-A03E-5D024FE5A3F8}" type="pres">
      <dgm:prSet presAssocID="{C4721E76-A278-4E93-93B8-1D6A548D30C0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4A3BA8C-36AC-41B3-8BAF-A5B3A95306AF}" type="pres">
      <dgm:prSet presAssocID="{0C444246-61E7-4442-A496-9C6E57D99B92}" presName="composite" presStyleCnt="0"/>
      <dgm:spPr/>
    </dgm:pt>
    <dgm:pt modelId="{E95A0E72-4BE2-4EF4-BE15-038F91B377D0}" type="pres">
      <dgm:prSet presAssocID="{0C444246-61E7-4442-A496-9C6E57D99B92}" presName="parentText" presStyleLbl="alignNode1" presStyleIdx="0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3F9DAD-9AB5-466C-841C-723F4EDA5A5D}" type="pres">
      <dgm:prSet presAssocID="{0C444246-61E7-4442-A496-9C6E57D99B92}" presName="descendantText" presStyleLbl="alignAcc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095193-4E27-4B11-A592-A076772E3AD9}" type="pres">
      <dgm:prSet presAssocID="{7731FFA6-7F06-448A-A046-147EA32207C2}" presName="sp" presStyleCnt="0"/>
      <dgm:spPr/>
    </dgm:pt>
    <dgm:pt modelId="{70B4D86C-D559-48D1-9526-B528384DA6CF}" type="pres">
      <dgm:prSet presAssocID="{DDB554D1-C272-4983-8A2F-E7A18CA204BD}" presName="composite" presStyleCnt="0"/>
      <dgm:spPr/>
    </dgm:pt>
    <dgm:pt modelId="{91403F46-67C3-48F0-B137-3EE07524F58C}" type="pres">
      <dgm:prSet presAssocID="{DDB554D1-C272-4983-8A2F-E7A18CA204BD}" presName="parentText" presStyleLbl="alignNode1" presStyleIdx="1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CFD1A1-BE37-4747-AA68-454F3B4B183E}" type="pres">
      <dgm:prSet presAssocID="{DDB554D1-C272-4983-8A2F-E7A18CA204BD}" presName="descendantText" presStyleLbl="alignAcc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F35AD6-3DAA-4A1F-AB8B-EC1ACB908918}" type="pres">
      <dgm:prSet presAssocID="{88E50298-1FE7-4767-A4D7-BEA3FC397896}" presName="sp" presStyleCnt="0"/>
      <dgm:spPr/>
    </dgm:pt>
    <dgm:pt modelId="{90D47A82-F664-490F-94E6-9F2ED072491D}" type="pres">
      <dgm:prSet presAssocID="{F88AC248-3AC2-4055-B98E-80A813296531}" presName="composite" presStyleCnt="0"/>
      <dgm:spPr/>
    </dgm:pt>
    <dgm:pt modelId="{66DB32F3-605C-45B4-92F8-87ACAF686EEC}" type="pres">
      <dgm:prSet presAssocID="{F88AC248-3AC2-4055-B98E-80A813296531}" presName="parentText" presStyleLbl="alignNode1" presStyleIdx="2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FBA28A-32DA-4A84-BAF6-B0A662EF0073}" type="pres">
      <dgm:prSet presAssocID="{F88AC248-3AC2-4055-B98E-80A813296531}" presName="descendantText" presStyleLbl="alignAcc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0AB4CC-447D-45B5-8886-BC6FAF470925}" type="pres">
      <dgm:prSet presAssocID="{2DC5B298-A26C-439F-8B44-BAA9F849FDCF}" presName="sp" presStyleCnt="0"/>
      <dgm:spPr/>
    </dgm:pt>
    <dgm:pt modelId="{434BC06F-1D12-488D-B2FC-2D969E777C17}" type="pres">
      <dgm:prSet presAssocID="{B06C6F12-263A-4E5F-8DB9-DE61503F7A59}" presName="composite" presStyleCnt="0"/>
      <dgm:spPr/>
    </dgm:pt>
    <dgm:pt modelId="{02B763E8-C82A-4F17-82CD-A789FCCB0115}" type="pres">
      <dgm:prSet presAssocID="{B06C6F12-263A-4E5F-8DB9-DE61503F7A59}" presName="parentText" presStyleLbl="alignNode1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773815-8926-4EB9-967C-C9D59D0686DD}" type="pres">
      <dgm:prSet presAssocID="{B06C6F12-263A-4E5F-8DB9-DE61503F7A59}" presName="descendantText" presStyleLbl="alignAcc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9B96CB-C26E-4EFB-9FF3-D4CF8FF312C1}" type="pres">
      <dgm:prSet presAssocID="{16021E4A-5812-4BAA-BD32-F20E4D23BF01}" presName="sp" presStyleCnt="0"/>
      <dgm:spPr/>
    </dgm:pt>
    <dgm:pt modelId="{11DAB888-72FB-4E96-9759-4C47DC330C98}" type="pres">
      <dgm:prSet presAssocID="{CA2478AF-E5F6-416F-9584-2BD8E4AB2A09}" presName="composite" presStyleCnt="0"/>
      <dgm:spPr/>
    </dgm:pt>
    <dgm:pt modelId="{56E40CF9-C3C5-4791-BBED-2831296EDA2F}" type="pres">
      <dgm:prSet presAssocID="{CA2478AF-E5F6-416F-9584-2BD8E4AB2A09}" presName="parentText" presStyleLbl="align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137A31-8868-4844-BBE0-E4C8A2DAA68D}" type="pres">
      <dgm:prSet presAssocID="{CA2478AF-E5F6-416F-9584-2BD8E4AB2A09}" presName="descendantText" presStyleLbl="alignAcc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569558-3CB4-4E6B-9DBE-E55B9BA12276}" type="pres">
      <dgm:prSet presAssocID="{C04D8870-8AE3-4935-B124-A7C38BCCC920}" presName="sp" presStyleCnt="0"/>
      <dgm:spPr/>
    </dgm:pt>
    <dgm:pt modelId="{C45E9039-D3A4-4A94-8514-979354D76902}" type="pres">
      <dgm:prSet presAssocID="{2E9D1172-1D6A-4F10-BD9F-FCB00820AF65}" presName="composite" presStyleCnt="0"/>
      <dgm:spPr/>
    </dgm:pt>
    <dgm:pt modelId="{900EE2FB-47EA-4CFE-A8F2-F2B996F10203}" type="pres">
      <dgm:prSet presAssocID="{2E9D1172-1D6A-4F10-BD9F-FCB00820AF65}" presName="parentText" presStyleLbl="align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C9CB5F-97D7-4ECD-BE4F-3480B3E32626}" type="pres">
      <dgm:prSet presAssocID="{2E9D1172-1D6A-4F10-BD9F-FCB00820AF65}" presName="descendantText" presStyleLbl="alignAcc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EC2481-A4F3-4F20-A77A-60DAE9A77E9F}" type="pres">
      <dgm:prSet presAssocID="{CA40B010-33DE-4C04-8874-69CA6E4E28BD}" presName="sp" presStyleCnt="0"/>
      <dgm:spPr/>
    </dgm:pt>
    <dgm:pt modelId="{00649EAA-612B-4EAA-9021-F071B6BE581F}" type="pres">
      <dgm:prSet presAssocID="{FF30B680-4380-4FB4-BF83-EAF8C185D131}" presName="composite" presStyleCnt="0"/>
      <dgm:spPr/>
    </dgm:pt>
    <dgm:pt modelId="{6A4B13E5-72A0-4F09-82A7-DFDD1FF37E02}" type="pres">
      <dgm:prSet presAssocID="{FF30B680-4380-4FB4-BF83-EAF8C185D131}" presName="parentText" presStyleLbl="alignNode1" presStyleIdx="6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3F2A05-A0EE-4131-8C03-1809A6E01425}" type="pres">
      <dgm:prSet presAssocID="{FF30B680-4380-4FB4-BF83-EAF8C185D131}" presName="descendantText" presStyleLbl="alignAcc1" presStyleIdx="6" presStyleCnt="7" custLinFactNeighborY="-29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F443DF-C463-45FB-BE9F-8AFB8C5A41A1}" srcId="{C4721E76-A278-4E93-93B8-1D6A548D30C0}" destId="{CA2478AF-E5F6-416F-9584-2BD8E4AB2A09}" srcOrd="4" destOrd="0" parTransId="{444A99D7-6B1C-47A9-B39A-983CC41F341A}" sibTransId="{C04D8870-8AE3-4935-B124-A7C38BCCC920}"/>
    <dgm:cxn modelId="{B2EDB4B7-3AFD-45FB-B82A-F69B71FDE3B9}" type="presOf" srcId="{C44345DA-CCDE-4E74-8964-9CA4C73B8B4C}" destId="{55773815-8926-4EB9-967C-C9D59D0686DD}" srcOrd="0" destOrd="0" presId="urn:microsoft.com/office/officeart/2005/8/layout/chevron2"/>
    <dgm:cxn modelId="{714FBCB4-88B7-4D3E-94C2-921D7F38C929}" srcId="{CA2478AF-E5F6-416F-9584-2BD8E4AB2A09}" destId="{72756053-6F5B-4E6B-B1D9-14B7867CABD5}" srcOrd="1" destOrd="0" parTransId="{8CC2CE08-E504-4C78-ACFD-C63FD4CDDF42}" sibTransId="{DC6BC4DB-3FE2-43D9-B4A4-8EBBAA872745}"/>
    <dgm:cxn modelId="{1E66779B-515E-4F6A-84C5-C0368BFED4EA}" type="presOf" srcId="{472DEB0D-0A23-445C-AD45-AE5838E2A3A1}" destId="{1A3F2A05-A0EE-4131-8C03-1809A6E01425}" srcOrd="0" destOrd="0" presId="urn:microsoft.com/office/officeart/2005/8/layout/chevron2"/>
    <dgm:cxn modelId="{47543B84-1E0B-456F-B836-D2D99D9B2FB3}" type="presOf" srcId="{9842C88E-3278-4AC3-8855-F3316DBA72FD}" destId="{A33F9DAD-9AB5-466C-841C-723F4EDA5A5D}" srcOrd="0" destOrd="0" presId="urn:microsoft.com/office/officeart/2005/8/layout/chevron2"/>
    <dgm:cxn modelId="{45FFF383-DF22-49F9-AC68-B70BED7D9921}" srcId="{0C444246-61E7-4442-A496-9C6E57D99B92}" destId="{9842C88E-3278-4AC3-8855-F3316DBA72FD}" srcOrd="0" destOrd="0" parTransId="{B53012C9-5B75-4262-898D-9142CF040188}" sibTransId="{2D3EBEFB-FFE6-4359-B575-C038439C74FD}"/>
    <dgm:cxn modelId="{2E285900-7467-429E-8713-DCC5D632CD8A}" srcId="{DDB554D1-C272-4983-8A2F-E7A18CA204BD}" destId="{080095ED-103A-4464-89B2-7F7ECC040DDB}" srcOrd="0" destOrd="0" parTransId="{7DD942F3-79C9-4D34-817D-08412862F1DC}" sibTransId="{DCB60D6A-8C3C-4E3A-9B8C-CBF5B5F74D0B}"/>
    <dgm:cxn modelId="{9145C5B2-B1BC-45D5-B608-D4EFF8D68237}" srcId="{DBF375E6-06A2-447E-9E4C-DAC29A104823}" destId="{0A8935EC-BE3A-4B6B-97C5-209FDFF96AA3}" srcOrd="0" destOrd="0" parTransId="{DA0222C4-9942-4362-905E-BA0667697E71}" sibTransId="{2444C737-DABB-4AC2-89F1-54CD4ACED6BD}"/>
    <dgm:cxn modelId="{1F45181E-6F9A-4AAE-ADB2-BAAE08099948}" srcId="{C4721E76-A278-4E93-93B8-1D6A548D30C0}" destId="{2E9D1172-1D6A-4F10-BD9F-FCB00820AF65}" srcOrd="5" destOrd="0" parTransId="{74737F9E-7CFA-4B07-8E41-90E8267798EB}" sibTransId="{CA40B010-33DE-4C04-8874-69CA6E4E28BD}"/>
    <dgm:cxn modelId="{940CA307-E5D9-468C-95E4-EED93CEE4F2C}" type="presOf" srcId="{C9328C87-F96C-43C8-86B5-8F5471F8820D}" destId="{B3C9CB5F-97D7-4ECD-BE4F-3480B3E32626}" srcOrd="0" destOrd="1" presId="urn:microsoft.com/office/officeart/2005/8/layout/chevron2"/>
    <dgm:cxn modelId="{27E4BF94-96BB-4973-A7DA-524960BBFB29}" srcId="{B06C6F12-263A-4E5F-8DB9-DE61503F7A59}" destId="{C44345DA-CCDE-4E74-8964-9CA4C73B8B4C}" srcOrd="0" destOrd="0" parTransId="{27DAE625-BFFB-4910-A73F-461BAE58368D}" sibTransId="{416B7CEC-B495-4FA3-A9F8-5324DA194FE2}"/>
    <dgm:cxn modelId="{F368C4BC-BF36-45E1-B9A2-11910C8FACE5}" type="presOf" srcId="{CA2478AF-E5F6-416F-9584-2BD8E4AB2A09}" destId="{56E40CF9-C3C5-4791-BBED-2831296EDA2F}" srcOrd="0" destOrd="0" presId="urn:microsoft.com/office/officeart/2005/8/layout/chevron2"/>
    <dgm:cxn modelId="{3534B745-88FA-4E28-BF90-6E92A8CDC253}" srcId="{C4721E76-A278-4E93-93B8-1D6A548D30C0}" destId="{B06C6F12-263A-4E5F-8DB9-DE61503F7A59}" srcOrd="3" destOrd="0" parTransId="{9575AF5F-8778-431A-BD50-6042BD6A3FCC}" sibTransId="{16021E4A-5812-4BAA-BD32-F20E4D23BF01}"/>
    <dgm:cxn modelId="{09B81215-E911-443B-88F4-A9F0F2481EE8}" type="presOf" srcId="{568C41F1-0B01-497A-9E2A-D04BE2B78634}" destId="{23137A31-8868-4844-BBE0-E4C8A2DAA68D}" srcOrd="0" destOrd="0" presId="urn:microsoft.com/office/officeart/2005/8/layout/chevron2"/>
    <dgm:cxn modelId="{04654D9A-85E9-4B15-814A-EE6ADA617EB6}" srcId="{C4721E76-A278-4E93-93B8-1D6A548D30C0}" destId="{DDB554D1-C272-4983-8A2F-E7A18CA204BD}" srcOrd="1" destOrd="0" parTransId="{C33F9B16-9289-4FE1-B1BE-CF8B447EC73A}" sibTransId="{88E50298-1FE7-4767-A4D7-BEA3FC397896}"/>
    <dgm:cxn modelId="{7B37ADC4-1055-4219-8322-097B26EA20D0}" srcId="{DDB554D1-C272-4983-8A2F-E7A18CA204BD}" destId="{D0D1AED8-129B-4BFE-8CB4-3C4E8E07958F}" srcOrd="1" destOrd="0" parTransId="{CB925F10-EAF3-4D30-825F-2E8F8A38E784}" sibTransId="{60AC7753-66B7-44EE-A6A2-E484D429F204}"/>
    <dgm:cxn modelId="{1A6A87CD-022D-47AF-8E38-C144A0044256}" type="presOf" srcId="{DBF375E6-06A2-447E-9E4C-DAC29A104823}" destId="{40FBA28A-32DA-4A84-BAF6-B0A662EF0073}" srcOrd="0" destOrd="0" presId="urn:microsoft.com/office/officeart/2005/8/layout/chevron2"/>
    <dgm:cxn modelId="{45F1BE7C-03E2-41F2-A51B-25D8EC761E11}" type="presOf" srcId="{4BC0F400-5C01-4ADE-82FE-30B502C9FB79}" destId="{B3C9CB5F-97D7-4ECD-BE4F-3480B3E32626}" srcOrd="0" destOrd="0" presId="urn:microsoft.com/office/officeart/2005/8/layout/chevron2"/>
    <dgm:cxn modelId="{58501ED2-6B1F-43FB-8CDF-C7B908636690}" srcId="{C4721E76-A278-4E93-93B8-1D6A548D30C0}" destId="{F88AC248-3AC2-4055-B98E-80A813296531}" srcOrd="2" destOrd="0" parTransId="{4AF989A3-6C77-4BD2-BFCE-8FE39E0E8C63}" sibTransId="{2DC5B298-A26C-439F-8B44-BAA9F849FDCF}"/>
    <dgm:cxn modelId="{BC58BDBC-619E-4ECE-BD9D-9E298192C73D}" type="presOf" srcId="{0A8935EC-BE3A-4B6B-97C5-209FDFF96AA3}" destId="{40FBA28A-32DA-4A84-BAF6-B0A662EF0073}" srcOrd="0" destOrd="1" presId="urn:microsoft.com/office/officeart/2005/8/layout/chevron2"/>
    <dgm:cxn modelId="{189EDC41-7F3C-41A9-8285-B71FE923A1F7}" srcId="{9842C88E-3278-4AC3-8855-F3316DBA72FD}" destId="{C1D6E44B-8676-420E-927B-BBE1F9FB33BC}" srcOrd="0" destOrd="0" parTransId="{CE2D8A50-7B91-475D-ABE8-C092D06B4659}" sibTransId="{004CA2E8-A7A4-491E-AAF2-0398B174A22C}"/>
    <dgm:cxn modelId="{96285536-3EF9-4695-9FBF-2EF2C5961CBF}" type="presOf" srcId="{080095ED-103A-4464-89B2-7F7ECC040DDB}" destId="{C8CFD1A1-BE37-4747-AA68-454F3B4B183E}" srcOrd="0" destOrd="0" presId="urn:microsoft.com/office/officeart/2005/8/layout/chevron2"/>
    <dgm:cxn modelId="{B75A6E27-BF6F-4047-9815-B7123BB6B437}" type="presOf" srcId="{F88AC248-3AC2-4055-B98E-80A813296531}" destId="{66DB32F3-605C-45B4-92F8-87ACAF686EEC}" srcOrd="0" destOrd="0" presId="urn:microsoft.com/office/officeart/2005/8/layout/chevron2"/>
    <dgm:cxn modelId="{F112C02B-5BD1-40F9-B24B-4D4FD67FA959}" srcId="{4BC0F400-5C01-4ADE-82FE-30B502C9FB79}" destId="{C9328C87-F96C-43C8-86B5-8F5471F8820D}" srcOrd="0" destOrd="0" parTransId="{542D9BCD-0F39-404E-8201-2C7F4D9D7004}" sibTransId="{4C0433FE-2851-4D33-853B-59F8132893A8}"/>
    <dgm:cxn modelId="{F4AE5E89-FA89-4128-AA74-73720C1FADDC}" srcId="{F88AC248-3AC2-4055-B98E-80A813296531}" destId="{DBF375E6-06A2-447E-9E4C-DAC29A104823}" srcOrd="0" destOrd="0" parTransId="{74564543-7FCB-4589-8B95-723B820245E7}" sibTransId="{18F6A090-E134-4287-93D4-49C1B0D118EE}"/>
    <dgm:cxn modelId="{820E746C-B1A0-4B54-A62D-CC996E7B1F5F}" type="presOf" srcId="{C1D6E44B-8676-420E-927B-BBE1F9FB33BC}" destId="{A33F9DAD-9AB5-466C-841C-723F4EDA5A5D}" srcOrd="0" destOrd="1" presId="urn:microsoft.com/office/officeart/2005/8/layout/chevron2"/>
    <dgm:cxn modelId="{5845EC85-ED15-4EF0-8E84-64B9E735D8C2}" srcId="{C4721E76-A278-4E93-93B8-1D6A548D30C0}" destId="{0C444246-61E7-4442-A496-9C6E57D99B92}" srcOrd="0" destOrd="0" parTransId="{502AFFF9-2090-40C0-A1A5-E1AD6E0C68E1}" sibTransId="{7731FFA6-7F06-448A-A046-147EA32207C2}"/>
    <dgm:cxn modelId="{AD6E1CC0-59A5-4A28-BF5C-BA85AE299ECD}" type="presOf" srcId="{D0D1AED8-129B-4BFE-8CB4-3C4E8E07958F}" destId="{C8CFD1A1-BE37-4747-AA68-454F3B4B183E}" srcOrd="0" destOrd="1" presId="urn:microsoft.com/office/officeart/2005/8/layout/chevron2"/>
    <dgm:cxn modelId="{3854666F-666D-403B-B7BB-5A75EED30F52}" srcId="{2E9D1172-1D6A-4F10-BD9F-FCB00820AF65}" destId="{4BC0F400-5C01-4ADE-82FE-30B502C9FB79}" srcOrd="0" destOrd="0" parTransId="{7F08A33B-453A-4AB2-BB1A-CAEAFE0F9E45}" sibTransId="{D65D2891-57DE-4DED-93BD-4EBD40D06170}"/>
    <dgm:cxn modelId="{D07983F2-E32F-42BB-A9A7-92B320F08002}" srcId="{C4721E76-A278-4E93-93B8-1D6A548D30C0}" destId="{FF30B680-4380-4FB4-BF83-EAF8C185D131}" srcOrd="6" destOrd="0" parTransId="{B71B816F-45DA-45EC-AF83-8EC2A3A19448}" sibTransId="{6B0ACF91-619C-4231-BF4B-3A93079A0F87}"/>
    <dgm:cxn modelId="{C61167D0-52C4-44FD-B6B7-95B9996EAF78}" type="presOf" srcId="{2E9D1172-1D6A-4F10-BD9F-FCB00820AF65}" destId="{900EE2FB-47EA-4CFE-A8F2-F2B996F10203}" srcOrd="0" destOrd="0" presId="urn:microsoft.com/office/officeart/2005/8/layout/chevron2"/>
    <dgm:cxn modelId="{63BF83B3-269F-4B4E-84AE-37AA691B5BFF}" type="presOf" srcId="{C4721E76-A278-4E93-93B8-1D6A548D30C0}" destId="{A8DB1E33-1D59-45DD-A03E-5D024FE5A3F8}" srcOrd="0" destOrd="0" presId="urn:microsoft.com/office/officeart/2005/8/layout/chevron2"/>
    <dgm:cxn modelId="{EB2BE5EE-C3A1-4824-BDB8-E7A27B4D0C4C}" type="presOf" srcId="{DDB554D1-C272-4983-8A2F-E7A18CA204BD}" destId="{91403F46-67C3-48F0-B137-3EE07524F58C}" srcOrd="0" destOrd="0" presId="urn:microsoft.com/office/officeart/2005/8/layout/chevron2"/>
    <dgm:cxn modelId="{B3F6498F-07AD-4F71-831B-726F0C0FCD9A}" type="presOf" srcId="{72756053-6F5B-4E6B-B1D9-14B7867CABD5}" destId="{23137A31-8868-4844-BBE0-E4C8A2DAA68D}" srcOrd="0" destOrd="1" presId="urn:microsoft.com/office/officeart/2005/8/layout/chevron2"/>
    <dgm:cxn modelId="{D99188DC-5232-4829-A6F1-C16DF1EAFF72}" type="presOf" srcId="{FF30B680-4380-4FB4-BF83-EAF8C185D131}" destId="{6A4B13E5-72A0-4F09-82A7-DFDD1FF37E02}" srcOrd="0" destOrd="0" presId="urn:microsoft.com/office/officeart/2005/8/layout/chevron2"/>
    <dgm:cxn modelId="{475F6223-08CF-4154-AC30-0282076BC660}" srcId="{FF30B680-4380-4FB4-BF83-EAF8C185D131}" destId="{472DEB0D-0A23-445C-AD45-AE5838E2A3A1}" srcOrd="0" destOrd="0" parTransId="{FC5ACCB2-9007-482E-BB56-ABDAA91AE232}" sibTransId="{E41947D8-8B24-4E7C-A7F4-0710B4361146}"/>
    <dgm:cxn modelId="{92EE73D0-F3CE-4828-9EC5-76A9997BEFCA}" type="presOf" srcId="{0C444246-61E7-4442-A496-9C6E57D99B92}" destId="{E95A0E72-4BE2-4EF4-BE15-038F91B377D0}" srcOrd="0" destOrd="0" presId="urn:microsoft.com/office/officeart/2005/8/layout/chevron2"/>
    <dgm:cxn modelId="{8BD57B88-FDA4-4319-97C7-E20FB899EA78}" type="presOf" srcId="{B06C6F12-263A-4E5F-8DB9-DE61503F7A59}" destId="{02B763E8-C82A-4F17-82CD-A789FCCB0115}" srcOrd="0" destOrd="0" presId="urn:microsoft.com/office/officeart/2005/8/layout/chevron2"/>
    <dgm:cxn modelId="{4C8F13ED-FB2B-4396-ADDA-1E26180C4EE0}" srcId="{CA2478AF-E5F6-416F-9584-2BD8E4AB2A09}" destId="{568C41F1-0B01-497A-9E2A-D04BE2B78634}" srcOrd="0" destOrd="0" parTransId="{A5831D7A-3782-48F9-BDD4-3D52F4CB5BAE}" sibTransId="{09885CFB-CFD2-4520-8A7F-DC32E3126758}"/>
    <dgm:cxn modelId="{2C0D5099-EBA3-49B3-BCBE-22D8871BD457}" type="presParOf" srcId="{A8DB1E33-1D59-45DD-A03E-5D024FE5A3F8}" destId="{24A3BA8C-36AC-41B3-8BAF-A5B3A95306AF}" srcOrd="0" destOrd="0" presId="urn:microsoft.com/office/officeart/2005/8/layout/chevron2"/>
    <dgm:cxn modelId="{12066421-DC93-4A82-B6E9-B1B3B5BD4278}" type="presParOf" srcId="{24A3BA8C-36AC-41B3-8BAF-A5B3A95306AF}" destId="{E95A0E72-4BE2-4EF4-BE15-038F91B377D0}" srcOrd="0" destOrd="0" presId="urn:microsoft.com/office/officeart/2005/8/layout/chevron2"/>
    <dgm:cxn modelId="{26C49289-CA02-4E6B-BF7D-14C47F133977}" type="presParOf" srcId="{24A3BA8C-36AC-41B3-8BAF-A5B3A95306AF}" destId="{A33F9DAD-9AB5-466C-841C-723F4EDA5A5D}" srcOrd="1" destOrd="0" presId="urn:microsoft.com/office/officeart/2005/8/layout/chevron2"/>
    <dgm:cxn modelId="{DAD8CAE7-BF75-4072-9D00-7FEACF555077}" type="presParOf" srcId="{A8DB1E33-1D59-45DD-A03E-5D024FE5A3F8}" destId="{80095193-4E27-4B11-A592-A076772E3AD9}" srcOrd="1" destOrd="0" presId="urn:microsoft.com/office/officeart/2005/8/layout/chevron2"/>
    <dgm:cxn modelId="{1C916C7D-B847-4ED6-BFA9-B0EE374A7894}" type="presParOf" srcId="{A8DB1E33-1D59-45DD-A03E-5D024FE5A3F8}" destId="{70B4D86C-D559-48D1-9526-B528384DA6CF}" srcOrd="2" destOrd="0" presId="urn:microsoft.com/office/officeart/2005/8/layout/chevron2"/>
    <dgm:cxn modelId="{8417AC54-AEFA-4D6D-87D0-06067BBAA03C}" type="presParOf" srcId="{70B4D86C-D559-48D1-9526-B528384DA6CF}" destId="{91403F46-67C3-48F0-B137-3EE07524F58C}" srcOrd="0" destOrd="0" presId="urn:microsoft.com/office/officeart/2005/8/layout/chevron2"/>
    <dgm:cxn modelId="{971F28D3-42FA-47CB-B88B-307EEED07999}" type="presParOf" srcId="{70B4D86C-D559-48D1-9526-B528384DA6CF}" destId="{C8CFD1A1-BE37-4747-AA68-454F3B4B183E}" srcOrd="1" destOrd="0" presId="urn:microsoft.com/office/officeart/2005/8/layout/chevron2"/>
    <dgm:cxn modelId="{E000448F-26ED-4A7C-9027-9587674A09A4}" type="presParOf" srcId="{A8DB1E33-1D59-45DD-A03E-5D024FE5A3F8}" destId="{20F35AD6-3DAA-4A1F-AB8B-EC1ACB908918}" srcOrd="3" destOrd="0" presId="urn:microsoft.com/office/officeart/2005/8/layout/chevron2"/>
    <dgm:cxn modelId="{6B5E6FA8-D39E-407F-8A33-D4697763D2BF}" type="presParOf" srcId="{A8DB1E33-1D59-45DD-A03E-5D024FE5A3F8}" destId="{90D47A82-F664-490F-94E6-9F2ED072491D}" srcOrd="4" destOrd="0" presId="urn:microsoft.com/office/officeart/2005/8/layout/chevron2"/>
    <dgm:cxn modelId="{75AA0EBF-7282-47F6-83F9-5DC92745891E}" type="presParOf" srcId="{90D47A82-F664-490F-94E6-9F2ED072491D}" destId="{66DB32F3-605C-45B4-92F8-87ACAF686EEC}" srcOrd="0" destOrd="0" presId="urn:microsoft.com/office/officeart/2005/8/layout/chevron2"/>
    <dgm:cxn modelId="{6935FB2F-CFB8-4F81-8ABE-760BC1FDA7AE}" type="presParOf" srcId="{90D47A82-F664-490F-94E6-9F2ED072491D}" destId="{40FBA28A-32DA-4A84-BAF6-B0A662EF0073}" srcOrd="1" destOrd="0" presId="urn:microsoft.com/office/officeart/2005/8/layout/chevron2"/>
    <dgm:cxn modelId="{F7BC4E6C-C00A-468A-A958-96716BD9D362}" type="presParOf" srcId="{A8DB1E33-1D59-45DD-A03E-5D024FE5A3F8}" destId="{760AB4CC-447D-45B5-8886-BC6FAF470925}" srcOrd="5" destOrd="0" presId="urn:microsoft.com/office/officeart/2005/8/layout/chevron2"/>
    <dgm:cxn modelId="{12C3AB78-615C-4073-9E4D-FF67F0303988}" type="presParOf" srcId="{A8DB1E33-1D59-45DD-A03E-5D024FE5A3F8}" destId="{434BC06F-1D12-488D-B2FC-2D969E777C17}" srcOrd="6" destOrd="0" presId="urn:microsoft.com/office/officeart/2005/8/layout/chevron2"/>
    <dgm:cxn modelId="{A5768A49-7E78-4185-90C5-7F1E1ADA6C0F}" type="presParOf" srcId="{434BC06F-1D12-488D-B2FC-2D969E777C17}" destId="{02B763E8-C82A-4F17-82CD-A789FCCB0115}" srcOrd="0" destOrd="0" presId="urn:microsoft.com/office/officeart/2005/8/layout/chevron2"/>
    <dgm:cxn modelId="{E5FF105F-E165-435C-A488-E2ED34997643}" type="presParOf" srcId="{434BC06F-1D12-488D-B2FC-2D969E777C17}" destId="{55773815-8926-4EB9-967C-C9D59D0686DD}" srcOrd="1" destOrd="0" presId="urn:microsoft.com/office/officeart/2005/8/layout/chevron2"/>
    <dgm:cxn modelId="{7511643F-ECF5-463E-9B4B-14C69418CDF7}" type="presParOf" srcId="{A8DB1E33-1D59-45DD-A03E-5D024FE5A3F8}" destId="{009B96CB-C26E-4EFB-9FF3-D4CF8FF312C1}" srcOrd="7" destOrd="0" presId="urn:microsoft.com/office/officeart/2005/8/layout/chevron2"/>
    <dgm:cxn modelId="{83F70DFC-5499-463D-A010-5F51E611B4A2}" type="presParOf" srcId="{A8DB1E33-1D59-45DD-A03E-5D024FE5A3F8}" destId="{11DAB888-72FB-4E96-9759-4C47DC330C98}" srcOrd="8" destOrd="0" presId="urn:microsoft.com/office/officeart/2005/8/layout/chevron2"/>
    <dgm:cxn modelId="{F13D88E3-1886-48FE-BD51-794EF9940D49}" type="presParOf" srcId="{11DAB888-72FB-4E96-9759-4C47DC330C98}" destId="{56E40CF9-C3C5-4791-BBED-2831296EDA2F}" srcOrd="0" destOrd="0" presId="urn:microsoft.com/office/officeart/2005/8/layout/chevron2"/>
    <dgm:cxn modelId="{2E9E8030-8CAB-49B6-B48D-C4CC5B616A8A}" type="presParOf" srcId="{11DAB888-72FB-4E96-9759-4C47DC330C98}" destId="{23137A31-8868-4844-BBE0-E4C8A2DAA68D}" srcOrd="1" destOrd="0" presId="urn:microsoft.com/office/officeart/2005/8/layout/chevron2"/>
    <dgm:cxn modelId="{E31FE8BE-9F7B-483D-B741-26AC4ABB07F0}" type="presParOf" srcId="{A8DB1E33-1D59-45DD-A03E-5D024FE5A3F8}" destId="{95569558-3CB4-4E6B-9DBE-E55B9BA12276}" srcOrd="9" destOrd="0" presId="urn:microsoft.com/office/officeart/2005/8/layout/chevron2"/>
    <dgm:cxn modelId="{D110B92F-F456-45C7-84B4-A11CC4B1C750}" type="presParOf" srcId="{A8DB1E33-1D59-45DD-A03E-5D024FE5A3F8}" destId="{C45E9039-D3A4-4A94-8514-979354D76902}" srcOrd="10" destOrd="0" presId="urn:microsoft.com/office/officeart/2005/8/layout/chevron2"/>
    <dgm:cxn modelId="{3662749F-34F1-42CC-9F10-89B8C656A060}" type="presParOf" srcId="{C45E9039-D3A4-4A94-8514-979354D76902}" destId="{900EE2FB-47EA-4CFE-A8F2-F2B996F10203}" srcOrd="0" destOrd="0" presId="urn:microsoft.com/office/officeart/2005/8/layout/chevron2"/>
    <dgm:cxn modelId="{7F771B5F-328C-46E1-A6DD-FF96E611AB56}" type="presParOf" srcId="{C45E9039-D3A4-4A94-8514-979354D76902}" destId="{B3C9CB5F-97D7-4ECD-BE4F-3480B3E32626}" srcOrd="1" destOrd="0" presId="urn:microsoft.com/office/officeart/2005/8/layout/chevron2"/>
    <dgm:cxn modelId="{D49AA1B8-DA96-4E66-8B70-FF49BA3F7E1F}" type="presParOf" srcId="{A8DB1E33-1D59-45DD-A03E-5D024FE5A3F8}" destId="{8FEC2481-A4F3-4F20-A77A-60DAE9A77E9F}" srcOrd="11" destOrd="0" presId="urn:microsoft.com/office/officeart/2005/8/layout/chevron2"/>
    <dgm:cxn modelId="{066A382C-E1DA-42AD-91D0-06F51A3970AF}" type="presParOf" srcId="{A8DB1E33-1D59-45DD-A03E-5D024FE5A3F8}" destId="{00649EAA-612B-4EAA-9021-F071B6BE581F}" srcOrd="12" destOrd="0" presId="urn:microsoft.com/office/officeart/2005/8/layout/chevron2"/>
    <dgm:cxn modelId="{AB700B19-9F4B-47EB-8980-53EEF99DAB7E}" type="presParOf" srcId="{00649EAA-612B-4EAA-9021-F071B6BE581F}" destId="{6A4B13E5-72A0-4F09-82A7-DFDD1FF37E02}" srcOrd="0" destOrd="0" presId="urn:microsoft.com/office/officeart/2005/8/layout/chevron2"/>
    <dgm:cxn modelId="{E17F9F9E-E74B-49FE-A647-DAA115CE8A11}" type="presParOf" srcId="{00649EAA-612B-4EAA-9021-F071B6BE581F}" destId="{1A3F2A05-A0EE-4131-8C03-1809A6E01425}" srcOrd="1" destOrd="0" presId="urn:microsoft.com/office/officeart/2005/8/layout/chevron2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8F81B6-9B85-48BD-9436-1BADE08C47F8}" type="doc">
      <dgm:prSet loTypeId="urn:microsoft.com/office/officeart/2005/8/layout/hList7" loCatId="process" qsTypeId="urn:microsoft.com/office/officeart/2005/8/quickstyle/3d4" qsCatId="3D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D60C0148-5ED2-416D-B772-05AED2A329FC}">
      <dgm:prSet phldrT="[Text]"/>
      <dgm:spPr/>
      <dgm:t>
        <a:bodyPr/>
        <a:lstStyle/>
        <a:p>
          <a:r>
            <a:rPr lang="en-US" dirty="0" smtClean="0"/>
            <a:t>Source</a:t>
          </a:r>
          <a:endParaRPr lang="en-US" dirty="0"/>
        </a:p>
      </dgm:t>
    </dgm:pt>
    <dgm:pt modelId="{7255CBD6-88B6-499E-95F7-DEC4262A3045}" type="parTrans" cxnId="{2ED00276-E25F-45F5-B259-46B37861D770}">
      <dgm:prSet/>
      <dgm:spPr/>
      <dgm:t>
        <a:bodyPr/>
        <a:lstStyle/>
        <a:p>
          <a:endParaRPr lang="en-US"/>
        </a:p>
      </dgm:t>
    </dgm:pt>
    <dgm:pt modelId="{0C016E42-A1BE-4C46-AE1E-08611A6257A8}" type="sibTrans" cxnId="{2ED00276-E25F-45F5-B259-46B37861D770}">
      <dgm:prSet/>
      <dgm:spPr/>
      <dgm:t>
        <a:bodyPr/>
        <a:lstStyle/>
        <a:p>
          <a:endParaRPr lang="en-US"/>
        </a:p>
      </dgm:t>
    </dgm:pt>
    <dgm:pt modelId="{889BE104-5DFD-4CC4-BA97-8DB0707C2BA4}">
      <dgm:prSet phldrT="[Text]"/>
      <dgm:spPr/>
      <dgm:t>
        <a:bodyPr/>
        <a:lstStyle/>
        <a:p>
          <a:r>
            <a:rPr lang="en-US" dirty="0" smtClean="0"/>
            <a:t>Generate Reports</a:t>
          </a:r>
          <a:endParaRPr lang="en-US" dirty="0"/>
        </a:p>
      </dgm:t>
    </dgm:pt>
    <dgm:pt modelId="{E4D8EAF8-2EFD-4C32-BF17-EA664484007A}" type="parTrans" cxnId="{F9B13EFC-D341-45C6-BE72-BE196840BE65}">
      <dgm:prSet/>
      <dgm:spPr/>
      <dgm:t>
        <a:bodyPr/>
        <a:lstStyle/>
        <a:p>
          <a:endParaRPr lang="en-US"/>
        </a:p>
      </dgm:t>
    </dgm:pt>
    <dgm:pt modelId="{9648A3F4-07F4-494D-95DB-E0C2E838E274}" type="sibTrans" cxnId="{F9B13EFC-D341-45C6-BE72-BE196840BE65}">
      <dgm:prSet/>
      <dgm:spPr/>
      <dgm:t>
        <a:bodyPr/>
        <a:lstStyle/>
        <a:p>
          <a:endParaRPr lang="en-US"/>
        </a:p>
      </dgm:t>
    </dgm:pt>
    <dgm:pt modelId="{53F9BF21-2AA0-4BAD-B647-6487EB78C39E}">
      <dgm:prSet phldrT="[Text]"/>
      <dgm:spPr/>
      <dgm:t>
        <a:bodyPr/>
        <a:lstStyle/>
        <a:p>
          <a:r>
            <a:rPr lang="en-US" dirty="0" smtClean="0"/>
            <a:t>Send Reports</a:t>
          </a:r>
          <a:endParaRPr lang="en-US" dirty="0"/>
        </a:p>
      </dgm:t>
    </dgm:pt>
    <dgm:pt modelId="{DEAC736C-3DE7-4617-8A59-25C6FAE0EE44}" type="parTrans" cxnId="{85825F43-588E-4FFB-8A17-E6D3CFAF7258}">
      <dgm:prSet/>
      <dgm:spPr/>
      <dgm:t>
        <a:bodyPr/>
        <a:lstStyle/>
        <a:p>
          <a:endParaRPr lang="en-US"/>
        </a:p>
      </dgm:t>
    </dgm:pt>
    <dgm:pt modelId="{C8816625-2691-41E2-B56F-6239F8A72FB4}" type="sibTrans" cxnId="{85825F43-588E-4FFB-8A17-E6D3CFAF7258}">
      <dgm:prSet/>
      <dgm:spPr/>
      <dgm:t>
        <a:bodyPr/>
        <a:lstStyle/>
        <a:p>
          <a:endParaRPr lang="en-US"/>
        </a:p>
      </dgm:t>
    </dgm:pt>
    <dgm:pt modelId="{DF2A5FE8-F12F-446F-905E-550A0BC47305}">
      <dgm:prSet phldrT="[Text]"/>
      <dgm:spPr/>
      <dgm:t>
        <a:bodyPr/>
        <a:lstStyle/>
        <a:p>
          <a:r>
            <a:rPr lang="en-US" dirty="0" smtClean="0"/>
            <a:t>Server</a:t>
          </a:r>
          <a:endParaRPr lang="en-US" dirty="0"/>
        </a:p>
      </dgm:t>
    </dgm:pt>
    <dgm:pt modelId="{226FEC40-F0B2-4BCD-86B1-7761D40008A5}" type="parTrans" cxnId="{1E0CD4FF-3754-406B-BA0B-5CA5B4AAD11A}">
      <dgm:prSet/>
      <dgm:spPr/>
      <dgm:t>
        <a:bodyPr/>
        <a:lstStyle/>
        <a:p>
          <a:endParaRPr lang="en-US"/>
        </a:p>
      </dgm:t>
    </dgm:pt>
    <dgm:pt modelId="{D55260F3-B8D6-436C-99EF-99BC05466F78}" type="sibTrans" cxnId="{1E0CD4FF-3754-406B-BA0B-5CA5B4AAD11A}">
      <dgm:prSet/>
      <dgm:spPr/>
      <dgm:t>
        <a:bodyPr/>
        <a:lstStyle/>
        <a:p>
          <a:endParaRPr lang="en-US"/>
        </a:p>
      </dgm:t>
    </dgm:pt>
    <dgm:pt modelId="{23B2D5D1-0DA0-42D3-B401-ACC18B54342F}">
      <dgm:prSet phldrT="[Text]"/>
      <dgm:spPr/>
      <dgm:t>
        <a:bodyPr/>
        <a:lstStyle/>
        <a:p>
          <a:r>
            <a:rPr lang="en-US" dirty="0" smtClean="0"/>
            <a:t>Users</a:t>
          </a:r>
          <a:endParaRPr lang="en-US" dirty="0"/>
        </a:p>
      </dgm:t>
    </dgm:pt>
    <dgm:pt modelId="{E63734F9-A115-47FE-A1F0-02FC0B0E3DC8}" type="parTrans" cxnId="{2FC7C066-C028-408A-BD6D-894CBFD67050}">
      <dgm:prSet/>
      <dgm:spPr/>
      <dgm:t>
        <a:bodyPr/>
        <a:lstStyle/>
        <a:p>
          <a:endParaRPr lang="en-US"/>
        </a:p>
      </dgm:t>
    </dgm:pt>
    <dgm:pt modelId="{73261752-B249-49AF-BDD4-558FFE194907}" type="sibTrans" cxnId="{2FC7C066-C028-408A-BD6D-894CBFD67050}">
      <dgm:prSet/>
      <dgm:spPr/>
      <dgm:t>
        <a:bodyPr/>
        <a:lstStyle/>
        <a:p>
          <a:endParaRPr lang="en-US"/>
        </a:p>
      </dgm:t>
    </dgm:pt>
    <dgm:pt modelId="{77089918-F18C-410B-9112-6C6E7BC2568C}">
      <dgm:prSet phldrT="[Text]"/>
      <dgm:spPr/>
      <dgm:t>
        <a:bodyPr/>
        <a:lstStyle/>
        <a:p>
          <a:r>
            <a:rPr lang="en-US" dirty="0" smtClean="0"/>
            <a:t>Use Reports</a:t>
          </a:r>
          <a:endParaRPr lang="en-US" dirty="0"/>
        </a:p>
      </dgm:t>
    </dgm:pt>
    <dgm:pt modelId="{0D542A91-B041-4DDA-BE40-E546EE5B94BD}" type="parTrans" cxnId="{543BEE6B-947A-4C62-8C5E-9A2384E71FAD}">
      <dgm:prSet/>
      <dgm:spPr/>
      <dgm:t>
        <a:bodyPr/>
        <a:lstStyle/>
        <a:p>
          <a:endParaRPr lang="en-US"/>
        </a:p>
      </dgm:t>
    </dgm:pt>
    <dgm:pt modelId="{2F5279D7-BF62-4DD5-8F77-90DB9CA5AFB4}" type="sibTrans" cxnId="{543BEE6B-947A-4C62-8C5E-9A2384E71FAD}">
      <dgm:prSet/>
      <dgm:spPr/>
      <dgm:t>
        <a:bodyPr/>
        <a:lstStyle/>
        <a:p>
          <a:endParaRPr lang="en-US"/>
        </a:p>
      </dgm:t>
    </dgm:pt>
    <dgm:pt modelId="{1AEFB43B-D983-429D-B52A-2C7D86181E17}">
      <dgm:prSet phldrT="[Text]" phldr="1"/>
      <dgm:spPr/>
      <dgm:t>
        <a:bodyPr/>
        <a:lstStyle/>
        <a:p>
          <a:endParaRPr lang="en-US" dirty="0"/>
        </a:p>
      </dgm:t>
    </dgm:pt>
    <dgm:pt modelId="{7211C564-ED6D-483F-B6C1-8FF1BD7185B5}" type="parTrans" cxnId="{2BDF2EC4-72A8-4AC1-AFE7-A046CDAE71BF}">
      <dgm:prSet/>
      <dgm:spPr/>
      <dgm:t>
        <a:bodyPr/>
        <a:lstStyle/>
        <a:p>
          <a:endParaRPr lang="en-US"/>
        </a:p>
      </dgm:t>
    </dgm:pt>
    <dgm:pt modelId="{F0437548-6504-48F7-85DC-FD64551F404B}" type="sibTrans" cxnId="{2BDF2EC4-72A8-4AC1-AFE7-A046CDAE71BF}">
      <dgm:prSet/>
      <dgm:spPr/>
      <dgm:t>
        <a:bodyPr/>
        <a:lstStyle/>
        <a:p>
          <a:endParaRPr lang="en-US"/>
        </a:p>
      </dgm:t>
    </dgm:pt>
    <dgm:pt modelId="{5AEA2CAF-2517-4781-8E8B-B0C2084FA762}">
      <dgm:prSet phldrT="[Text]"/>
      <dgm:spPr/>
      <dgm:t>
        <a:bodyPr/>
        <a:lstStyle/>
        <a:p>
          <a:r>
            <a:rPr lang="en-US" dirty="0" smtClean="0"/>
            <a:t>Upload Files</a:t>
          </a:r>
          <a:endParaRPr lang="en-US" dirty="0"/>
        </a:p>
      </dgm:t>
    </dgm:pt>
    <dgm:pt modelId="{13E35606-BF58-4607-9EEA-078DAE2266C1}" type="parTrans" cxnId="{6B55EB7B-FCCA-406F-91FC-9D0687E8F02A}">
      <dgm:prSet/>
      <dgm:spPr/>
      <dgm:t>
        <a:bodyPr/>
        <a:lstStyle/>
        <a:p>
          <a:endParaRPr lang="en-US"/>
        </a:p>
      </dgm:t>
    </dgm:pt>
    <dgm:pt modelId="{1D57FBB2-22CE-473D-A813-43C84DA81D66}" type="sibTrans" cxnId="{6B55EB7B-FCCA-406F-91FC-9D0687E8F02A}">
      <dgm:prSet/>
      <dgm:spPr/>
      <dgm:t>
        <a:bodyPr/>
        <a:lstStyle/>
        <a:p>
          <a:endParaRPr lang="en-US"/>
        </a:p>
      </dgm:t>
    </dgm:pt>
    <dgm:pt modelId="{2FE68289-C8E1-4D28-8391-B922397EB880}">
      <dgm:prSet phldrT="[Text]"/>
      <dgm:spPr/>
      <dgm:t>
        <a:bodyPr/>
        <a:lstStyle/>
        <a:p>
          <a:r>
            <a:rPr lang="en-US" dirty="0" smtClean="0"/>
            <a:t>Archive Reports</a:t>
          </a:r>
          <a:endParaRPr lang="en-US" dirty="0"/>
        </a:p>
      </dgm:t>
    </dgm:pt>
    <dgm:pt modelId="{8C96FDF2-0D78-449A-816A-BF7E4A0F0DC2}" type="sibTrans" cxnId="{4F3B83E2-EB11-4777-8577-34E66A7BF39C}">
      <dgm:prSet/>
      <dgm:spPr/>
      <dgm:t>
        <a:bodyPr/>
        <a:lstStyle/>
        <a:p>
          <a:endParaRPr lang="en-US"/>
        </a:p>
      </dgm:t>
    </dgm:pt>
    <dgm:pt modelId="{AD110431-FCC9-4B43-96D8-566BEB7ABB4A}" type="parTrans" cxnId="{4F3B83E2-EB11-4777-8577-34E66A7BF39C}">
      <dgm:prSet/>
      <dgm:spPr/>
      <dgm:t>
        <a:bodyPr/>
        <a:lstStyle/>
        <a:p>
          <a:endParaRPr lang="en-US"/>
        </a:p>
      </dgm:t>
    </dgm:pt>
    <dgm:pt modelId="{675F8D7D-3F61-402D-9B93-DF8820E7708F}">
      <dgm:prSet phldrT="[Text]"/>
      <dgm:spPr/>
      <dgm:t>
        <a:bodyPr/>
        <a:lstStyle/>
        <a:p>
          <a:r>
            <a:rPr lang="en-US" dirty="0" smtClean="0"/>
            <a:t>(Dispatch Mails)</a:t>
          </a:r>
          <a:endParaRPr lang="en-US" dirty="0"/>
        </a:p>
      </dgm:t>
    </dgm:pt>
    <dgm:pt modelId="{DB17B305-1A66-4F50-992E-E327EA0360F6}" type="parTrans" cxnId="{E1C85FDA-9711-4838-86E1-9E4866D0796E}">
      <dgm:prSet/>
      <dgm:spPr/>
      <dgm:t>
        <a:bodyPr/>
        <a:lstStyle/>
        <a:p>
          <a:endParaRPr lang="en-US"/>
        </a:p>
      </dgm:t>
    </dgm:pt>
    <dgm:pt modelId="{945B530D-B960-4B3A-A78F-3602916642C1}" type="sibTrans" cxnId="{E1C85FDA-9711-4838-86E1-9E4866D0796E}">
      <dgm:prSet/>
      <dgm:spPr/>
      <dgm:t>
        <a:bodyPr/>
        <a:lstStyle/>
        <a:p>
          <a:endParaRPr lang="en-US"/>
        </a:p>
      </dgm:t>
    </dgm:pt>
    <dgm:pt modelId="{00D18F6C-D598-4531-BD55-C0047808F8ED}" type="pres">
      <dgm:prSet presAssocID="{108F81B6-9B85-48BD-9436-1BADE08C47F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417364A-BD59-44E8-837D-67B4810CA438}" type="pres">
      <dgm:prSet presAssocID="{108F81B6-9B85-48BD-9436-1BADE08C47F8}" presName="fgShape" presStyleLbl="fgShp" presStyleIdx="0" presStyleCnt="1"/>
      <dgm:spPr>
        <a:prstGeom prst="rightArrow">
          <a:avLst/>
        </a:prstGeom>
        <a:gradFill rotWithShape="0">
          <a:gsLst>
            <a:gs pos="0">
              <a:srgbClr val="00B050">
                <a:lumMod val="0"/>
                <a:lumOff val="100000"/>
                <a:alpha val="0"/>
              </a:srgbClr>
            </a:gs>
            <a:gs pos="100000">
              <a:srgbClr val="00B050"/>
            </a:gs>
          </a:gsLst>
          <a:lin ang="0" scaled="0"/>
        </a:gradFill>
      </dgm:spPr>
    </dgm:pt>
    <dgm:pt modelId="{454A6D1B-D293-47E4-8B3A-30AB92BE6999}" type="pres">
      <dgm:prSet presAssocID="{108F81B6-9B85-48BD-9436-1BADE08C47F8}" presName="linComp" presStyleCnt="0"/>
      <dgm:spPr/>
    </dgm:pt>
    <dgm:pt modelId="{1228FDDE-2C30-477B-8B54-0DE8EDD0CB56}" type="pres">
      <dgm:prSet presAssocID="{D60C0148-5ED2-416D-B772-05AED2A329FC}" presName="compNode" presStyleCnt="0"/>
      <dgm:spPr/>
    </dgm:pt>
    <dgm:pt modelId="{0A16A81B-CB6F-41ED-B349-651E9DD4B7CC}" type="pres">
      <dgm:prSet presAssocID="{D60C0148-5ED2-416D-B772-05AED2A329FC}" presName="bkgdShape" presStyleLbl="node1" presStyleIdx="0" presStyleCnt="3" custLinFactNeighborX="-9068" custLinFactNeighborY="8410"/>
      <dgm:spPr/>
      <dgm:t>
        <a:bodyPr/>
        <a:lstStyle/>
        <a:p>
          <a:endParaRPr lang="en-US"/>
        </a:p>
      </dgm:t>
    </dgm:pt>
    <dgm:pt modelId="{4A35120E-8F42-44F4-B344-C914CC962339}" type="pres">
      <dgm:prSet presAssocID="{D60C0148-5ED2-416D-B772-05AED2A329FC}" presName="node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570903-F222-41AF-B588-ED1E713BBFA9}" type="pres">
      <dgm:prSet presAssocID="{D60C0148-5ED2-416D-B772-05AED2A329FC}" presName="invisiNode" presStyleLbl="node1" presStyleIdx="0" presStyleCnt="3"/>
      <dgm:spPr/>
    </dgm:pt>
    <dgm:pt modelId="{DAD3D019-32C0-46AD-BB99-D4F9D7A0CF8E}" type="pres">
      <dgm:prSet presAssocID="{D60C0148-5ED2-416D-B772-05AED2A329FC}" presName="imagNode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A4A4DA9-3B31-41EB-A012-4487E4FE6AC9}" type="pres">
      <dgm:prSet presAssocID="{0C016E42-A1BE-4C46-AE1E-08611A6257A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F64A9E1E-8F74-46ED-AB1E-8561C178036A}" type="pres">
      <dgm:prSet presAssocID="{DF2A5FE8-F12F-446F-905E-550A0BC47305}" presName="compNode" presStyleCnt="0"/>
      <dgm:spPr/>
    </dgm:pt>
    <dgm:pt modelId="{91E921F0-D360-487D-858B-1BA326DC4AC5}" type="pres">
      <dgm:prSet presAssocID="{DF2A5FE8-F12F-446F-905E-550A0BC47305}" presName="bkgdShape" presStyleLbl="node1" presStyleIdx="1" presStyleCnt="3" custLinFactNeighborY="1148"/>
      <dgm:spPr/>
      <dgm:t>
        <a:bodyPr/>
        <a:lstStyle/>
        <a:p>
          <a:endParaRPr lang="en-US"/>
        </a:p>
      </dgm:t>
    </dgm:pt>
    <dgm:pt modelId="{C5444C54-B3C1-4616-BAD3-B39C0587CC32}" type="pres">
      <dgm:prSet presAssocID="{DF2A5FE8-F12F-446F-905E-550A0BC47305}" presName="node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1B1DE4-9860-4ECA-B27E-7D1BCD3DCABA}" type="pres">
      <dgm:prSet presAssocID="{DF2A5FE8-F12F-446F-905E-550A0BC47305}" presName="invisiNode" presStyleLbl="node1" presStyleIdx="1" presStyleCnt="3"/>
      <dgm:spPr/>
    </dgm:pt>
    <dgm:pt modelId="{F64748D3-7312-473D-84C7-FD990AA6EB17}" type="pres">
      <dgm:prSet presAssocID="{DF2A5FE8-F12F-446F-905E-550A0BC47305}" presName="imagNode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B3BA8B13-4E13-4040-B654-9F25CF9BA768}" type="pres">
      <dgm:prSet presAssocID="{D55260F3-B8D6-436C-99EF-99BC05466F7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4978498-F40C-4E4E-B897-5D6425145ACF}" type="pres">
      <dgm:prSet presAssocID="{23B2D5D1-0DA0-42D3-B401-ACC18B54342F}" presName="compNode" presStyleCnt="0"/>
      <dgm:spPr/>
    </dgm:pt>
    <dgm:pt modelId="{5B30F87D-6D12-4576-BBCF-790DDEEA5173}" type="pres">
      <dgm:prSet presAssocID="{23B2D5D1-0DA0-42D3-B401-ACC18B54342F}" presName="bkgdShape" presStyleLbl="node1" presStyleIdx="2" presStyleCnt="3"/>
      <dgm:spPr/>
      <dgm:t>
        <a:bodyPr/>
        <a:lstStyle/>
        <a:p>
          <a:endParaRPr lang="en-US"/>
        </a:p>
      </dgm:t>
    </dgm:pt>
    <dgm:pt modelId="{F6881BCC-87E8-47B4-8984-786A431ADC35}" type="pres">
      <dgm:prSet presAssocID="{23B2D5D1-0DA0-42D3-B401-ACC18B54342F}" presName="node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91E323-19F4-4D96-BE41-6ED527C151B9}" type="pres">
      <dgm:prSet presAssocID="{23B2D5D1-0DA0-42D3-B401-ACC18B54342F}" presName="invisiNode" presStyleLbl="node1" presStyleIdx="2" presStyleCnt="3"/>
      <dgm:spPr/>
    </dgm:pt>
    <dgm:pt modelId="{BA2BDB8B-41F5-433F-A903-836511534AE1}" type="pres">
      <dgm:prSet presAssocID="{23B2D5D1-0DA0-42D3-B401-ACC18B54342F}" presName="imagNode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US"/>
        </a:p>
      </dgm:t>
    </dgm:pt>
  </dgm:ptLst>
  <dgm:cxnLst>
    <dgm:cxn modelId="{1E0CD4FF-3754-406B-BA0B-5CA5B4AAD11A}" srcId="{108F81B6-9B85-48BD-9436-1BADE08C47F8}" destId="{DF2A5FE8-F12F-446F-905E-550A0BC47305}" srcOrd="1" destOrd="0" parTransId="{226FEC40-F0B2-4BCD-86B1-7761D40008A5}" sibTransId="{D55260F3-B8D6-436C-99EF-99BC05466F78}"/>
    <dgm:cxn modelId="{C5099F67-8A5A-41BA-82A0-7267D2A76278}" type="presOf" srcId="{1AEFB43B-D983-429D-B52A-2C7D86181E17}" destId="{5B30F87D-6D12-4576-BBCF-790DDEEA5173}" srcOrd="0" destOrd="2" presId="urn:microsoft.com/office/officeart/2005/8/layout/hList7"/>
    <dgm:cxn modelId="{6B55EB7B-FCCA-406F-91FC-9D0687E8F02A}" srcId="{D60C0148-5ED2-416D-B772-05AED2A329FC}" destId="{5AEA2CAF-2517-4781-8E8B-B0C2084FA762}" srcOrd="0" destOrd="0" parTransId="{13E35606-BF58-4607-9EEA-078DAE2266C1}" sibTransId="{1D57FBB2-22CE-473D-A813-43C84DA81D66}"/>
    <dgm:cxn modelId="{602AD804-6AC1-479C-9841-BF2B4D077E56}" type="presOf" srcId="{23B2D5D1-0DA0-42D3-B401-ACC18B54342F}" destId="{F6881BCC-87E8-47B4-8984-786A431ADC35}" srcOrd="1" destOrd="0" presId="urn:microsoft.com/office/officeart/2005/8/layout/hList7"/>
    <dgm:cxn modelId="{DC333819-8B70-47DC-A2ED-896209FDF1C1}" type="presOf" srcId="{5AEA2CAF-2517-4781-8E8B-B0C2084FA762}" destId="{0A16A81B-CB6F-41ED-B349-651E9DD4B7CC}" srcOrd="0" destOrd="1" presId="urn:microsoft.com/office/officeart/2005/8/layout/hList7"/>
    <dgm:cxn modelId="{2BDF2EC4-72A8-4AC1-AFE7-A046CDAE71BF}" srcId="{23B2D5D1-0DA0-42D3-B401-ACC18B54342F}" destId="{1AEFB43B-D983-429D-B52A-2C7D86181E17}" srcOrd="1" destOrd="0" parTransId="{7211C564-ED6D-483F-B6C1-8FF1BD7185B5}" sibTransId="{F0437548-6504-48F7-85DC-FD64551F404B}"/>
    <dgm:cxn modelId="{73B0602F-0AB0-4339-8460-CDFD30E6FCEC}" type="presOf" srcId="{0C016E42-A1BE-4C46-AE1E-08611A6257A8}" destId="{EA4A4DA9-3B31-41EB-A012-4487E4FE6AC9}" srcOrd="0" destOrd="0" presId="urn:microsoft.com/office/officeart/2005/8/layout/hList7"/>
    <dgm:cxn modelId="{A8D0EFF3-8781-4060-BD44-76F540C16331}" type="presOf" srcId="{53F9BF21-2AA0-4BAD-B647-6487EB78C39E}" destId="{0A16A81B-CB6F-41ED-B349-651E9DD4B7CC}" srcOrd="0" destOrd="3" presId="urn:microsoft.com/office/officeart/2005/8/layout/hList7"/>
    <dgm:cxn modelId="{455FF022-651C-4C18-A134-9926C1F7AB16}" type="presOf" srcId="{1AEFB43B-D983-429D-B52A-2C7D86181E17}" destId="{F6881BCC-87E8-47B4-8984-786A431ADC35}" srcOrd="1" destOrd="2" presId="urn:microsoft.com/office/officeart/2005/8/layout/hList7"/>
    <dgm:cxn modelId="{94811BFA-8481-4889-8348-848317947F49}" type="presOf" srcId="{108F81B6-9B85-48BD-9436-1BADE08C47F8}" destId="{00D18F6C-D598-4531-BD55-C0047808F8ED}" srcOrd="0" destOrd="0" presId="urn:microsoft.com/office/officeart/2005/8/layout/hList7"/>
    <dgm:cxn modelId="{E68208D5-996C-414C-ACA0-D27EF860EF03}" type="presOf" srcId="{D60C0148-5ED2-416D-B772-05AED2A329FC}" destId="{4A35120E-8F42-44F4-B344-C914CC962339}" srcOrd="1" destOrd="0" presId="urn:microsoft.com/office/officeart/2005/8/layout/hList7"/>
    <dgm:cxn modelId="{2ED00276-E25F-45F5-B259-46B37861D770}" srcId="{108F81B6-9B85-48BD-9436-1BADE08C47F8}" destId="{D60C0148-5ED2-416D-B772-05AED2A329FC}" srcOrd="0" destOrd="0" parTransId="{7255CBD6-88B6-499E-95F7-DEC4262A3045}" sibTransId="{0C016E42-A1BE-4C46-AE1E-08611A6257A8}"/>
    <dgm:cxn modelId="{663DF355-21BF-462C-94ED-EEEF155F5D74}" type="presOf" srcId="{D55260F3-B8D6-436C-99EF-99BC05466F78}" destId="{B3BA8B13-4E13-4040-B654-9F25CF9BA768}" srcOrd="0" destOrd="0" presId="urn:microsoft.com/office/officeart/2005/8/layout/hList7"/>
    <dgm:cxn modelId="{C7279424-C54D-48A3-B236-80375B9E86DA}" type="presOf" srcId="{77089918-F18C-410B-9112-6C6E7BC2568C}" destId="{F6881BCC-87E8-47B4-8984-786A431ADC35}" srcOrd="1" destOrd="1" presId="urn:microsoft.com/office/officeart/2005/8/layout/hList7"/>
    <dgm:cxn modelId="{8BE89F35-CF79-4275-90F9-F78D695987F1}" type="presOf" srcId="{675F8D7D-3F61-402D-9B93-DF8820E7708F}" destId="{91E921F0-D360-487D-858B-1BA326DC4AC5}" srcOrd="0" destOrd="2" presId="urn:microsoft.com/office/officeart/2005/8/layout/hList7"/>
    <dgm:cxn modelId="{BD506C57-254B-4D14-8696-85B0D9EADD6B}" type="presOf" srcId="{23B2D5D1-0DA0-42D3-B401-ACC18B54342F}" destId="{5B30F87D-6D12-4576-BBCF-790DDEEA5173}" srcOrd="0" destOrd="0" presId="urn:microsoft.com/office/officeart/2005/8/layout/hList7"/>
    <dgm:cxn modelId="{9C0BB617-12C7-4A1A-AC0C-C734696BA84F}" type="presOf" srcId="{D60C0148-5ED2-416D-B772-05AED2A329FC}" destId="{0A16A81B-CB6F-41ED-B349-651E9DD4B7CC}" srcOrd="0" destOrd="0" presId="urn:microsoft.com/office/officeart/2005/8/layout/hList7"/>
    <dgm:cxn modelId="{84468553-3865-4E3A-A4B2-94F5A5FF6C02}" type="presOf" srcId="{2FE68289-C8E1-4D28-8391-B922397EB880}" destId="{91E921F0-D360-487D-858B-1BA326DC4AC5}" srcOrd="0" destOrd="1" presId="urn:microsoft.com/office/officeart/2005/8/layout/hList7"/>
    <dgm:cxn modelId="{FE9A075A-16BB-407B-AAF3-EAC3789504DE}" type="presOf" srcId="{675F8D7D-3F61-402D-9B93-DF8820E7708F}" destId="{C5444C54-B3C1-4616-BAD3-B39C0587CC32}" srcOrd="1" destOrd="2" presId="urn:microsoft.com/office/officeart/2005/8/layout/hList7"/>
    <dgm:cxn modelId="{2FC7C066-C028-408A-BD6D-894CBFD67050}" srcId="{108F81B6-9B85-48BD-9436-1BADE08C47F8}" destId="{23B2D5D1-0DA0-42D3-B401-ACC18B54342F}" srcOrd="2" destOrd="0" parTransId="{E63734F9-A115-47FE-A1F0-02FC0B0E3DC8}" sibTransId="{73261752-B249-49AF-BDD4-558FFE194907}"/>
    <dgm:cxn modelId="{079732E1-1E46-414F-9C05-B79988327EBF}" type="presOf" srcId="{DF2A5FE8-F12F-446F-905E-550A0BC47305}" destId="{91E921F0-D360-487D-858B-1BA326DC4AC5}" srcOrd="0" destOrd="0" presId="urn:microsoft.com/office/officeart/2005/8/layout/hList7"/>
    <dgm:cxn modelId="{4F3B83E2-EB11-4777-8577-34E66A7BF39C}" srcId="{DF2A5FE8-F12F-446F-905E-550A0BC47305}" destId="{2FE68289-C8E1-4D28-8391-B922397EB880}" srcOrd="0" destOrd="0" parTransId="{AD110431-FCC9-4B43-96D8-566BEB7ABB4A}" sibTransId="{8C96FDF2-0D78-449A-816A-BF7E4A0F0DC2}"/>
    <dgm:cxn modelId="{3472C047-4F18-46F9-B66E-4CC3A93B1C34}" type="presOf" srcId="{53F9BF21-2AA0-4BAD-B647-6487EB78C39E}" destId="{4A35120E-8F42-44F4-B344-C914CC962339}" srcOrd="1" destOrd="3" presId="urn:microsoft.com/office/officeart/2005/8/layout/hList7"/>
    <dgm:cxn modelId="{85825F43-588E-4FFB-8A17-E6D3CFAF7258}" srcId="{D60C0148-5ED2-416D-B772-05AED2A329FC}" destId="{53F9BF21-2AA0-4BAD-B647-6487EB78C39E}" srcOrd="2" destOrd="0" parTransId="{DEAC736C-3DE7-4617-8A59-25C6FAE0EE44}" sibTransId="{C8816625-2691-41E2-B56F-6239F8A72FB4}"/>
    <dgm:cxn modelId="{2CC4ADC0-2CD9-4C2E-AF07-38E4F1900C18}" type="presOf" srcId="{5AEA2CAF-2517-4781-8E8B-B0C2084FA762}" destId="{4A35120E-8F42-44F4-B344-C914CC962339}" srcOrd="1" destOrd="1" presId="urn:microsoft.com/office/officeart/2005/8/layout/hList7"/>
    <dgm:cxn modelId="{C77DCBD0-454D-406B-9E4F-E92D6F1F1E88}" type="presOf" srcId="{77089918-F18C-410B-9112-6C6E7BC2568C}" destId="{5B30F87D-6D12-4576-BBCF-790DDEEA5173}" srcOrd="0" destOrd="1" presId="urn:microsoft.com/office/officeart/2005/8/layout/hList7"/>
    <dgm:cxn modelId="{5676F127-C9CE-4544-A8C0-4666701CE832}" type="presOf" srcId="{2FE68289-C8E1-4D28-8391-B922397EB880}" destId="{C5444C54-B3C1-4616-BAD3-B39C0587CC32}" srcOrd="1" destOrd="1" presId="urn:microsoft.com/office/officeart/2005/8/layout/hList7"/>
    <dgm:cxn modelId="{543BEE6B-947A-4C62-8C5E-9A2384E71FAD}" srcId="{23B2D5D1-0DA0-42D3-B401-ACC18B54342F}" destId="{77089918-F18C-410B-9112-6C6E7BC2568C}" srcOrd="0" destOrd="0" parTransId="{0D542A91-B041-4DDA-BE40-E546EE5B94BD}" sibTransId="{2F5279D7-BF62-4DD5-8F77-90DB9CA5AFB4}"/>
    <dgm:cxn modelId="{1B7F0CDD-7C36-400E-8CF0-9FE05F6B4041}" type="presOf" srcId="{889BE104-5DFD-4CC4-BA97-8DB0707C2BA4}" destId="{4A35120E-8F42-44F4-B344-C914CC962339}" srcOrd="1" destOrd="2" presId="urn:microsoft.com/office/officeart/2005/8/layout/hList7"/>
    <dgm:cxn modelId="{E1C85FDA-9711-4838-86E1-9E4866D0796E}" srcId="{DF2A5FE8-F12F-446F-905E-550A0BC47305}" destId="{675F8D7D-3F61-402D-9B93-DF8820E7708F}" srcOrd="1" destOrd="0" parTransId="{DB17B305-1A66-4F50-992E-E327EA0360F6}" sibTransId="{945B530D-B960-4B3A-A78F-3602916642C1}"/>
    <dgm:cxn modelId="{D10D3FAE-FD16-4609-B11D-FC059E702F43}" type="presOf" srcId="{DF2A5FE8-F12F-446F-905E-550A0BC47305}" destId="{C5444C54-B3C1-4616-BAD3-B39C0587CC32}" srcOrd="1" destOrd="0" presId="urn:microsoft.com/office/officeart/2005/8/layout/hList7"/>
    <dgm:cxn modelId="{F37C9A8B-22BB-4733-9926-62B5F274311A}" type="presOf" srcId="{889BE104-5DFD-4CC4-BA97-8DB0707C2BA4}" destId="{0A16A81B-CB6F-41ED-B349-651E9DD4B7CC}" srcOrd="0" destOrd="2" presId="urn:microsoft.com/office/officeart/2005/8/layout/hList7"/>
    <dgm:cxn modelId="{F9B13EFC-D341-45C6-BE72-BE196840BE65}" srcId="{D60C0148-5ED2-416D-B772-05AED2A329FC}" destId="{889BE104-5DFD-4CC4-BA97-8DB0707C2BA4}" srcOrd="1" destOrd="0" parTransId="{E4D8EAF8-2EFD-4C32-BF17-EA664484007A}" sibTransId="{9648A3F4-07F4-494D-95DB-E0C2E838E274}"/>
    <dgm:cxn modelId="{069637FA-6E8A-4A4D-ADF9-738C46AD47C7}" type="presParOf" srcId="{00D18F6C-D598-4531-BD55-C0047808F8ED}" destId="{0417364A-BD59-44E8-837D-67B4810CA438}" srcOrd="0" destOrd="0" presId="urn:microsoft.com/office/officeart/2005/8/layout/hList7"/>
    <dgm:cxn modelId="{7CEFF681-A08C-4C28-B61A-4B5BB5797315}" type="presParOf" srcId="{00D18F6C-D598-4531-BD55-C0047808F8ED}" destId="{454A6D1B-D293-47E4-8B3A-30AB92BE6999}" srcOrd="1" destOrd="0" presId="urn:microsoft.com/office/officeart/2005/8/layout/hList7"/>
    <dgm:cxn modelId="{BC78A68E-B6F2-4EB7-9A47-EEC4D3AEABF3}" type="presParOf" srcId="{454A6D1B-D293-47E4-8B3A-30AB92BE6999}" destId="{1228FDDE-2C30-477B-8B54-0DE8EDD0CB56}" srcOrd="0" destOrd="0" presId="urn:microsoft.com/office/officeart/2005/8/layout/hList7"/>
    <dgm:cxn modelId="{352DC835-539A-4390-82A9-BBBC1AA5C7E8}" type="presParOf" srcId="{1228FDDE-2C30-477B-8B54-0DE8EDD0CB56}" destId="{0A16A81B-CB6F-41ED-B349-651E9DD4B7CC}" srcOrd="0" destOrd="0" presId="urn:microsoft.com/office/officeart/2005/8/layout/hList7"/>
    <dgm:cxn modelId="{EF4C83AB-ABFB-4EF3-8012-0AD0B321744C}" type="presParOf" srcId="{1228FDDE-2C30-477B-8B54-0DE8EDD0CB56}" destId="{4A35120E-8F42-44F4-B344-C914CC962339}" srcOrd="1" destOrd="0" presId="urn:microsoft.com/office/officeart/2005/8/layout/hList7"/>
    <dgm:cxn modelId="{B41DC1A3-8D27-43AE-A362-C6D622402E9A}" type="presParOf" srcId="{1228FDDE-2C30-477B-8B54-0DE8EDD0CB56}" destId="{E7570903-F222-41AF-B588-ED1E713BBFA9}" srcOrd="2" destOrd="0" presId="urn:microsoft.com/office/officeart/2005/8/layout/hList7"/>
    <dgm:cxn modelId="{6E98A676-FCC5-412E-9202-BAC52F919803}" type="presParOf" srcId="{1228FDDE-2C30-477B-8B54-0DE8EDD0CB56}" destId="{DAD3D019-32C0-46AD-BB99-D4F9D7A0CF8E}" srcOrd="3" destOrd="0" presId="urn:microsoft.com/office/officeart/2005/8/layout/hList7"/>
    <dgm:cxn modelId="{E97BC66B-D8D3-4F70-A5D3-472F1B808255}" type="presParOf" srcId="{454A6D1B-D293-47E4-8B3A-30AB92BE6999}" destId="{EA4A4DA9-3B31-41EB-A012-4487E4FE6AC9}" srcOrd="1" destOrd="0" presId="urn:microsoft.com/office/officeart/2005/8/layout/hList7"/>
    <dgm:cxn modelId="{CF982EC2-3DF2-4B68-A94A-0B9D8CF7251B}" type="presParOf" srcId="{454A6D1B-D293-47E4-8B3A-30AB92BE6999}" destId="{F64A9E1E-8F74-46ED-AB1E-8561C178036A}" srcOrd="2" destOrd="0" presId="urn:microsoft.com/office/officeart/2005/8/layout/hList7"/>
    <dgm:cxn modelId="{1A5A8825-A4BD-4993-B700-E6FF45B3BD36}" type="presParOf" srcId="{F64A9E1E-8F74-46ED-AB1E-8561C178036A}" destId="{91E921F0-D360-487D-858B-1BA326DC4AC5}" srcOrd="0" destOrd="0" presId="urn:microsoft.com/office/officeart/2005/8/layout/hList7"/>
    <dgm:cxn modelId="{D166D450-285E-43BA-BA2D-2EF224E0B68C}" type="presParOf" srcId="{F64A9E1E-8F74-46ED-AB1E-8561C178036A}" destId="{C5444C54-B3C1-4616-BAD3-B39C0587CC32}" srcOrd="1" destOrd="0" presId="urn:microsoft.com/office/officeart/2005/8/layout/hList7"/>
    <dgm:cxn modelId="{21578FF6-064B-4EB5-AF4E-9E4189A3DCF3}" type="presParOf" srcId="{F64A9E1E-8F74-46ED-AB1E-8561C178036A}" destId="{DC1B1DE4-9860-4ECA-B27E-7D1BCD3DCABA}" srcOrd="2" destOrd="0" presId="urn:microsoft.com/office/officeart/2005/8/layout/hList7"/>
    <dgm:cxn modelId="{329597B0-E1E1-43E8-8854-08DE898435B4}" type="presParOf" srcId="{F64A9E1E-8F74-46ED-AB1E-8561C178036A}" destId="{F64748D3-7312-473D-84C7-FD990AA6EB17}" srcOrd="3" destOrd="0" presId="urn:microsoft.com/office/officeart/2005/8/layout/hList7"/>
    <dgm:cxn modelId="{65BC9188-4F37-4B9F-9D81-0CAA288877D8}" type="presParOf" srcId="{454A6D1B-D293-47E4-8B3A-30AB92BE6999}" destId="{B3BA8B13-4E13-4040-B654-9F25CF9BA768}" srcOrd="3" destOrd="0" presId="urn:microsoft.com/office/officeart/2005/8/layout/hList7"/>
    <dgm:cxn modelId="{5DF99560-066D-4593-A8B1-12471599B079}" type="presParOf" srcId="{454A6D1B-D293-47E4-8B3A-30AB92BE6999}" destId="{34978498-F40C-4E4E-B897-5D6425145ACF}" srcOrd="4" destOrd="0" presId="urn:microsoft.com/office/officeart/2005/8/layout/hList7"/>
    <dgm:cxn modelId="{C99F2F30-0C7A-4B32-983D-9DA005293AD2}" type="presParOf" srcId="{34978498-F40C-4E4E-B897-5D6425145ACF}" destId="{5B30F87D-6D12-4576-BBCF-790DDEEA5173}" srcOrd="0" destOrd="0" presId="urn:microsoft.com/office/officeart/2005/8/layout/hList7"/>
    <dgm:cxn modelId="{4D31961B-D456-4D39-8A51-B701DF28F9CA}" type="presParOf" srcId="{34978498-F40C-4E4E-B897-5D6425145ACF}" destId="{F6881BCC-87E8-47B4-8984-786A431ADC35}" srcOrd="1" destOrd="0" presId="urn:microsoft.com/office/officeart/2005/8/layout/hList7"/>
    <dgm:cxn modelId="{C827426E-3E0A-4456-84F8-962F5552A2FA}" type="presParOf" srcId="{34978498-F40C-4E4E-B897-5D6425145ACF}" destId="{C791E323-19F4-4D96-BE41-6ED527C151B9}" srcOrd="2" destOrd="0" presId="urn:microsoft.com/office/officeart/2005/8/layout/hList7"/>
    <dgm:cxn modelId="{D71593BC-D8B7-4D5D-B444-78EDD4E36B82}" type="presParOf" srcId="{34978498-F40C-4E4E-B897-5D6425145ACF}" destId="{BA2BDB8B-41F5-433F-A903-836511534AE1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A0E72-4BE2-4EF4-BE15-038F91B377D0}">
      <dsp:nvSpPr>
        <dsp:cNvPr id="0" name=""/>
        <dsp:cNvSpPr/>
      </dsp:nvSpPr>
      <dsp:spPr>
        <a:xfrm rot="5400000">
          <a:off x="-123422" y="123962"/>
          <a:ext cx="822814" cy="57597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 smtClean="0"/>
        </a:p>
      </dsp:txBody>
      <dsp:txXfrm rot="-5400000">
        <a:off x="0" y="288525"/>
        <a:ext cx="575970" cy="246844"/>
      </dsp:txXfrm>
    </dsp:sp>
    <dsp:sp modelId="{A33F9DAD-9AB5-466C-841C-723F4EDA5A5D}">
      <dsp:nvSpPr>
        <dsp:cNvPr id="0" name=""/>
        <dsp:cNvSpPr/>
      </dsp:nvSpPr>
      <dsp:spPr>
        <a:xfrm rot="5400000">
          <a:off x="3716270" y="-3139759"/>
          <a:ext cx="534829" cy="68154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Automatically Determine received reports: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contractor/contract/well name/file type/report date</a:t>
          </a:r>
        </a:p>
      </dsp:txBody>
      <dsp:txXfrm rot="-5400000">
        <a:off x="575970" y="26649"/>
        <a:ext cx="6789321" cy="482613"/>
      </dsp:txXfrm>
    </dsp:sp>
    <dsp:sp modelId="{91403F46-67C3-48F0-B137-3EE07524F58C}">
      <dsp:nvSpPr>
        <dsp:cNvPr id="0" name=""/>
        <dsp:cNvSpPr/>
      </dsp:nvSpPr>
      <dsp:spPr>
        <a:xfrm rot="5400000">
          <a:off x="-123422" y="862946"/>
          <a:ext cx="822814" cy="57597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 rot="-5400000">
        <a:off x="0" y="1027509"/>
        <a:ext cx="575970" cy="246844"/>
      </dsp:txXfrm>
    </dsp:sp>
    <dsp:sp modelId="{C8CFD1A1-BE37-4747-AA68-454F3B4B183E}">
      <dsp:nvSpPr>
        <dsp:cNvPr id="0" name=""/>
        <dsp:cNvSpPr/>
      </dsp:nvSpPr>
      <dsp:spPr>
        <a:xfrm rot="5400000">
          <a:off x="3716270" y="-2400775"/>
          <a:ext cx="534829" cy="68154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1" kern="1200" dirty="0" smtClean="0"/>
            <a:t>“User Friendly Interface”</a:t>
          </a:r>
          <a:r>
            <a:rPr lang="en-US" sz="1400" kern="1200" dirty="0" smtClean="0"/>
            <a:t>, (same as windows explorer.)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Hi-Speed Data Base Search.</a:t>
          </a:r>
          <a:endParaRPr lang="en-US" sz="1400" kern="1200" dirty="0"/>
        </a:p>
      </dsp:txBody>
      <dsp:txXfrm rot="-5400000">
        <a:off x="575970" y="765633"/>
        <a:ext cx="6789321" cy="482613"/>
      </dsp:txXfrm>
    </dsp:sp>
    <dsp:sp modelId="{66DB32F3-605C-45B4-92F8-87ACAF686EEC}">
      <dsp:nvSpPr>
        <dsp:cNvPr id="0" name=""/>
        <dsp:cNvSpPr/>
      </dsp:nvSpPr>
      <dsp:spPr>
        <a:xfrm rot="5400000">
          <a:off x="-123422" y="1601930"/>
          <a:ext cx="822814" cy="57597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 rot="-5400000">
        <a:off x="0" y="1766493"/>
        <a:ext cx="575970" cy="246844"/>
      </dsp:txXfrm>
    </dsp:sp>
    <dsp:sp modelId="{40FBA28A-32DA-4A84-BAF6-B0A662EF0073}">
      <dsp:nvSpPr>
        <dsp:cNvPr id="0" name=""/>
        <dsp:cNvSpPr/>
      </dsp:nvSpPr>
      <dsp:spPr>
        <a:xfrm rot="5400000">
          <a:off x="3716270" y="-1661791"/>
          <a:ext cx="534829" cy="68154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Easy-track file history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Unique &amp; consistent parent/source link with several attachment(s)/reference(s)</a:t>
          </a:r>
          <a:endParaRPr lang="en-US" sz="1400" kern="1200" dirty="0"/>
        </a:p>
      </dsp:txBody>
      <dsp:txXfrm rot="-5400000">
        <a:off x="575970" y="1504617"/>
        <a:ext cx="6789321" cy="482613"/>
      </dsp:txXfrm>
    </dsp:sp>
    <dsp:sp modelId="{02B763E8-C82A-4F17-82CD-A789FCCB0115}">
      <dsp:nvSpPr>
        <dsp:cNvPr id="0" name=""/>
        <dsp:cNvSpPr/>
      </dsp:nvSpPr>
      <dsp:spPr>
        <a:xfrm rot="5400000">
          <a:off x="-123422" y="2340914"/>
          <a:ext cx="822814" cy="57597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 rot="-5400000">
        <a:off x="0" y="2505477"/>
        <a:ext cx="575970" cy="246844"/>
      </dsp:txXfrm>
    </dsp:sp>
    <dsp:sp modelId="{55773815-8926-4EB9-967C-C9D59D0686DD}">
      <dsp:nvSpPr>
        <dsp:cNvPr id="0" name=""/>
        <dsp:cNvSpPr/>
      </dsp:nvSpPr>
      <dsp:spPr>
        <a:xfrm rot="5400000">
          <a:off x="3716270" y="-922807"/>
          <a:ext cx="534829" cy="68154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Alarm system for missing vital information &amp; files</a:t>
          </a:r>
          <a:endParaRPr lang="en-US" sz="1400" kern="1200" dirty="0"/>
        </a:p>
      </dsp:txBody>
      <dsp:txXfrm rot="-5400000">
        <a:off x="575970" y="2243601"/>
        <a:ext cx="6789321" cy="482613"/>
      </dsp:txXfrm>
    </dsp:sp>
    <dsp:sp modelId="{56E40CF9-C3C5-4791-BBED-2831296EDA2F}">
      <dsp:nvSpPr>
        <dsp:cNvPr id="0" name=""/>
        <dsp:cNvSpPr/>
      </dsp:nvSpPr>
      <dsp:spPr>
        <a:xfrm rot="5400000">
          <a:off x="-123422" y="3079898"/>
          <a:ext cx="822814" cy="57597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 rot="-5400000">
        <a:off x="0" y="3244461"/>
        <a:ext cx="575970" cy="246844"/>
      </dsp:txXfrm>
    </dsp:sp>
    <dsp:sp modelId="{23137A31-8868-4844-BBE0-E4C8A2DAA68D}">
      <dsp:nvSpPr>
        <dsp:cNvPr id="0" name=""/>
        <dsp:cNvSpPr/>
      </dsp:nvSpPr>
      <dsp:spPr>
        <a:xfrm rot="5400000">
          <a:off x="3716270" y="-183823"/>
          <a:ext cx="534829" cy="68154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Read only feature of files secures the files / prevent manipulations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Customized access levels</a:t>
          </a:r>
          <a:endParaRPr lang="en-US" sz="1400" kern="1200" dirty="0"/>
        </a:p>
      </dsp:txBody>
      <dsp:txXfrm rot="-5400000">
        <a:off x="575970" y="2982585"/>
        <a:ext cx="6789321" cy="482613"/>
      </dsp:txXfrm>
    </dsp:sp>
    <dsp:sp modelId="{900EE2FB-47EA-4CFE-A8F2-F2B996F10203}">
      <dsp:nvSpPr>
        <dsp:cNvPr id="0" name=""/>
        <dsp:cNvSpPr/>
      </dsp:nvSpPr>
      <dsp:spPr>
        <a:xfrm rot="5400000">
          <a:off x="-123422" y="3818883"/>
          <a:ext cx="822814" cy="57597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 rot="-5400000">
        <a:off x="0" y="3983446"/>
        <a:ext cx="575970" cy="246844"/>
      </dsp:txXfrm>
    </dsp:sp>
    <dsp:sp modelId="{B3C9CB5F-97D7-4ECD-BE4F-3480B3E32626}">
      <dsp:nvSpPr>
        <dsp:cNvPr id="0" name=""/>
        <dsp:cNvSpPr/>
      </dsp:nvSpPr>
      <dsp:spPr>
        <a:xfrm rot="5400000">
          <a:off x="3716270" y="555160"/>
          <a:ext cx="534829" cy="68154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History log of all log in and activities are recorded for admin: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Login session, Viewed files, Downloaded Files, … .</a:t>
          </a:r>
          <a:endParaRPr lang="en-US" sz="1400" kern="1200" dirty="0"/>
        </a:p>
      </dsp:txBody>
      <dsp:txXfrm rot="-5400000">
        <a:off x="575970" y="3721568"/>
        <a:ext cx="6789321" cy="482613"/>
      </dsp:txXfrm>
    </dsp:sp>
    <dsp:sp modelId="{6A4B13E5-72A0-4F09-82A7-DFDD1FF37E02}">
      <dsp:nvSpPr>
        <dsp:cNvPr id="0" name=""/>
        <dsp:cNvSpPr/>
      </dsp:nvSpPr>
      <dsp:spPr>
        <a:xfrm rot="5400000">
          <a:off x="-123422" y="4557867"/>
          <a:ext cx="822814" cy="57597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 rot="-5400000">
        <a:off x="0" y="4722430"/>
        <a:ext cx="575970" cy="246844"/>
      </dsp:txXfrm>
    </dsp:sp>
    <dsp:sp modelId="{1A3F2A05-A0EE-4131-8C03-1809A6E01425}">
      <dsp:nvSpPr>
        <dsp:cNvPr id="0" name=""/>
        <dsp:cNvSpPr/>
      </dsp:nvSpPr>
      <dsp:spPr>
        <a:xfrm rot="5400000">
          <a:off x="3716270" y="1278201"/>
          <a:ext cx="534829" cy="68154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All software commands are available based on user access level.</a:t>
          </a:r>
          <a:endParaRPr lang="en-US" sz="1400" kern="1200" dirty="0"/>
        </a:p>
      </dsp:txBody>
      <dsp:txXfrm rot="-5400000">
        <a:off x="575970" y="4444609"/>
        <a:ext cx="6789321" cy="4826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6A81B-CB6F-41ED-B349-651E9DD4B7CC}">
      <dsp:nvSpPr>
        <dsp:cNvPr id="0" name=""/>
        <dsp:cNvSpPr/>
      </dsp:nvSpPr>
      <dsp:spPr>
        <a:xfrm>
          <a:off x="0" y="0"/>
          <a:ext cx="1692622" cy="3175317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Source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Upload Files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Generate Reports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Send Reports</a:t>
          </a:r>
          <a:endParaRPr lang="en-US" sz="1400" kern="1200" dirty="0"/>
        </a:p>
      </dsp:txBody>
      <dsp:txXfrm>
        <a:off x="0" y="1270127"/>
        <a:ext cx="1692622" cy="1270127"/>
      </dsp:txXfrm>
    </dsp:sp>
    <dsp:sp modelId="{DAD3D019-32C0-46AD-BB99-D4F9D7A0CF8E}">
      <dsp:nvSpPr>
        <dsp:cNvPr id="0" name=""/>
        <dsp:cNvSpPr/>
      </dsp:nvSpPr>
      <dsp:spPr>
        <a:xfrm>
          <a:off x="318708" y="190519"/>
          <a:ext cx="1057380" cy="1057380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E921F0-D360-487D-858B-1BA326DC4AC5}">
      <dsp:nvSpPr>
        <dsp:cNvPr id="0" name=""/>
        <dsp:cNvSpPr/>
      </dsp:nvSpPr>
      <dsp:spPr>
        <a:xfrm>
          <a:off x="1744488" y="0"/>
          <a:ext cx="1692622" cy="3175317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-17936"/>
            <a:satOff val="-2012"/>
            <a:lumOff val="1284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Server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Archive Reports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(Dispatch Mails)</a:t>
          </a:r>
          <a:endParaRPr lang="en-US" sz="1400" kern="1200" dirty="0"/>
        </a:p>
      </dsp:txBody>
      <dsp:txXfrm>
        <a:off x="1744488" y="1270127"/>
        <a:ext cx="1692622" cy="1270127"/>
      </dsp:txXfrm>
    </dsp:sp>
    <dsp:sp modelId="{F64748D3-7312-473D-84C7-FD990AA6EB17}">
      <dsp:nvSpPr>
        <dsp:cNvPr id="0" name=""/>
        <dsp:cNvSpPr/>
      </dsp:nvSpPr>
      <dsp:spPr>
        <a:xfrm>
          <a:off x="2062109" y="190519"/>
          <a:ext cx="1057380" cy="1057380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0F87D-6D12-4576-BBCF-790DDEEA5173}">
      <dsp:nvSpPr>
        <dsp:cNvPr id="0" name=""/>
        <dsp:cNvSpPr/>
      </dsp:nvSpPr>
      <dsp:spPr>
        <a:xfrm>
          <a:off x="3487889" y="0"/>
          <a:ext cx="1692622" cy="3175317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-35872"/>
            <a:satOff val="-4024"/>
            <a:lumOff val="2568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Users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Use Reports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400" kern="1200" dirty="0"/>
        </a:p>
      </dsp:txBody>
      <dsp:txXfrm>
        <a:off x="3487889" y="1270127"/>
        <a:ext cx="1692622" cy="1270127"/>
      </dsp:txXfrm>
    </dsp:sp>
    <dsp:sp modelId="{BA2BDB8B-41F5-433F-A903-836511534AE1}">
      <dsp:nvSpPr>
        <dsp:cNvPr id="0" name=""/>
        <dsp:cNvSpPr/>
      </dsp:nvSpPr>
      <dsp:spPr>
        <a:xfrm>
          <a:off x="3805510" y="190519"/>
          <a:ext cx="1057380" cy="1057380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7364A-BD59-44E8-837D-67B4810CA438}">
      <dsp:nvSpPr>
        <dsp:cNvPr id="0" name=""/>
        <dsp:cNvSpPr/>
      </dsp:nvSpPr>
      <dsp:spPr>
        <a:xfrm>
          <a:off x="207264" y="2540254"/>
          <a:ext cx="4767072" cy="476297"/>
        </a:xfrm>
        <a:prstGeom prst="rightArrow">
          <a:avLst/>
        </a:prstGeom>
        <a:gradFill rotWithShape="0">
          <a:gsLst>
            <a:gs pos="0">
              <a:srgbClr val="00B050">
                <a:lumMod val="0"/>
                <a:lumOff val="100000"/>
                <a:alpha val="0"/>
              </a:srgbClr>
            </a:gs>
            <a:gs pos="100000">
              <a:srgbClr val="00B050"/>
            </a:gs>
          </a:gsLst>
          <a:lin ang="0" scaled="0"/>
        </a:gra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827B4-72BD-497D-A67A-2A8CE7882783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55921-4966-4C46-B86F-5FCE7B7B7B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06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565B5-2D40-47B6-A434-EE12C3971573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24CC8-C270-4B6A-A77D-B6C596F087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2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9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0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9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3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4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5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7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8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9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0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6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7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9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2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3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4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5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6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7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1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2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3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5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6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3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7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8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9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3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0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1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3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BA50-1E40-4C49-8896-B282F3AD9B75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BA50-1E40-4C49-8896-B282F3AD9B75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BA50-1E40-4C49-8896-B282F3AD9B75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0013-AC76-4D88-9B34-0E1903363F69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12F8-7B83-4B2B-A02E-3E60BCFAD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0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0013-AC76-4D88-9B34-0E1903363F69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12F8-7B83-4B2B-A02E-3E60BCFAD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6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67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22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56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39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28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821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292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904128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525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375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956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70367149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402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354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5306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8027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286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361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205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49180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404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2880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1602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6295723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426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0848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9262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1513112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8445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626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8274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30858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8158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7779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2873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4156173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2976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7940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46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23810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313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391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659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29855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2454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1513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6435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895671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9617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5519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5797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8880858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241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5552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9258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968231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85353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8612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49319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6810446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58993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6975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5638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9120576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7883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2078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10898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48950394"/>
      </p:ext>
    </p:extLst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00912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640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1625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7371789"/>
      </p:ext>
    </p:extLst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4353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8565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54524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5191503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28493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44953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66325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883765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1168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3346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23894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5347041"/>
      </p:ext>
    </p:extLst>
  </p:cSld>
  <p:clrMapOvr>
    <a:masterClrMapping/>
  </p:clrMapOvr>
  <p:hf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1395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09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80142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9064589"/>
      </p:ext>
    </p:extLst>
  </p:cSld>
  <p:clrMapOvr>
    <a:masterClrMapping/>
  </p:clrMapOvr>
  <p:hf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99960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0840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94022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664941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65530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1998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55249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4996708"/>
      </p:ext>
    </p:extLst>
  </p:cSld>
  <p:clrMapOvr>
    <a:masterClrMapping/>
  </p:clrMapOvr>
  <p:hf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85089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44226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69985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7512396"/>
      </p:ext>
    </p:extLst>
  </p:cSld>
  <p:clrMapOvr>
    <a:masterClrMapping/>
  </p:clrMapOvr>
  <p:hf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827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99834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68744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6601352"/>
      </p:ext>
    </p:extLst>
  </p:cSld>
  <p:clrMapOvr>
    <a:masterClrMapping/>
  </p:clrMapOvr>
  <p:hf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48773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17801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48364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5940056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32306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72690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29390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4913459"/>
      </p:ext>
    </p:extLst>
  </p:cSld>
  <p:clrMapOvr>
    <a:masterClrMapping/>
  </p:clrMapOvr>
  <p:hf hdr="0" ftr="0" dt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2995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14613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0366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1550356"/>
      </p:ext>
    </p:extLst>
  </p:cSld>
  <p:clrMapOvr>
    <a:masterClrMapping/>
  </p:clrMapOvr>
  <p:hf hdr="0" ftr="0" dt="0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23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31308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58869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15765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4073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47115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87182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0814048"/>
      </p:ext>
    </p:extLst>
  </p:cSld>
  <p:clrMapOvr>
    <a:masterClrMapping/>
  </p:clrMapOvr>
  <p:hf hdr="0" ft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7539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74194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58215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62821228"/>
      </p:ext>
    </p:extLst>
  </p:cSld>
  <p:clrMapOvr>
    <a:masterClrMapping/>
  </p:clrMapOvr>
  <p:hf hdr="0" ftr="0" dt="0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66902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85180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83726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1135676"/>
      </p:ext>
    </p:extLst>
  </p:cSld>
  <p:clrMapOvr>
    <a:masterClrMapping/>
  </p:clrMapOvr>
  <p:hf hdr="0" ftr="0" dt="0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41111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3634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30981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193241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01651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97189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84749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2529839"/>
      </p:ext>
    </p:extLst>
  </p:cSld>
  <p:clrMapOvr>
    <a:masterClrMapping/>
  </p:clrMapOvr>
  <p:hf hdr="0" ftr="0" dt="0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1442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91521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356275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363747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89543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50206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62224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7388178"/>
      </p:ext>
    </p:extLst>
  </p:cSld>
  <p:clrMapOvr>
    <a:masterClrMapping/>
  </p:clrMapOvr>
  <p:hf hdr="0" ftr="0" dt="0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56672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06065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31883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053866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51996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497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9520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1557811"/>
      </p:ext>
    </p:extLst>
  </p:cSld>
  <p:clrMapOvr>
    <a:masterClrMapping/>
  </p:clrMapOvr>
  <p:hf hdr="0" ftr="0" dt="0"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22294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79900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99302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886018"/>
      </p:ext>
    </p:extLst>
  </p:cSld>
  <p:clrMapOvr>
    <a:masterClrMapping/>
  </p:clrMapOvr>
  <p:hf hdr="0" ftr="0" dt="0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87622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49414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629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42004165"/>
      </p:ext>
    </p:extLst>
  </p:cSld>
  <p:clrMapOvr>
    <a:masterClrMapping/>
  </p:clrMapOvr>
  <p:hf hdr="0" ftr="0" dt="0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25038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58073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12900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433076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10396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140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22158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4585648"/>
      </p:ext>
    </p:extLst>
  </p:cSld>
  <p:clrMapOvr>
    <a:masterClrMapping/>
  </p:clrMapOvr>
  <p:hf hdr="0" ftr="0" dt="0"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66041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79907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76350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8717310"/>
      </p:ext>
    </p:extLst>
  </p:cSld>
  <p:clrMapOvr>
    <a:masterClrMapping/>
  </p:clrMapOvr>
  <p:hf hdr="0" ftr="0" dt="0"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855617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385446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75179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3045293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36381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574047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866961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461400"/>
      </p:ext>
    </p:extLst>
  </p:cSld>
  <p:clrMapOvr>
    <a:masterClrMapping/>
  </p:clrMapOvr>
  <p:hf hdr="0" ftr="0" dt="0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FD50-A426-4893-85C1-DE97FDA233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760016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2262-75D1-4CA0-995E-0F104C7246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47361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B6CC-5A62-4EAF-978F-F5965A0A7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393344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6AA87E0-3249-4A8B-9A88-C0C42F09A53C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680568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829152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364740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07867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7970303"/>
      </p:ext>
    </p:extLst>
  </p:cSld>
  <p:clrMapOvr>
    <a:masterClrMapping/>
  </p:clrMapOvr>
  <p:hf hdr="0" ftr="0" dt="0"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7106E-FEBE-4A37-97A0-353CD4326554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EE824-C7E1-4FF3-B88C-FDDA35A97E2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21931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57511-5466-416C-B008-69F02C6218D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5C752-1C3A-40FB-8C7C-937DD0907DF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291935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8BA24-E8C0-45BE-8CD6-1FAD41350F8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54DFF-0E6F-4286-A2EE-11D79657A3F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52625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0E99741-DD4E-43F8-8218-17312C455721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3785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5433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95598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078106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42140483"/>
      </p:ext>
    </p:extLst>
  </p:cSld>
  <p:clrMapOvr>
    <a:masterClrMapping/>
  </p:clrMapOvr>
  <p:hf hdr="0" ftr="0" dt="0"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461619-57BD-4776-B926-1890B8259E7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F41FF-DEF9-4168-9F0E-F41511F8FB7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608443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12C77-46DE-419D-BA17-895D0106621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B4590-7ED0-4318-ADA4-058516EE13E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10200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9E2FB-578E-48B3-83C1-75732D44955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A88C9-69A8-432D-BA79-8A8A013EA02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878704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2175BDA-87F2-4AA4-98C1-48F615D2AEE9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806393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3A1E4-ACFB-4BDA-ABE6-FF26032F991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9363A-3104-4D11-A5C0-D19CD5DB15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447350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349D3-C360-41CF-8593-19F29060D7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1DE00-35AA-421A-BA13-65C4064BE59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774376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D7FA-01B8-4DF5-A09F-0FA63B82AAB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D39F-CF81-487A-BFE8-55FE48F07E4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976491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F986B30-457D-4032-AADF-46CEC25EF32E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10441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07089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756083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970725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6657646"/>
      </p:ext>
    </p:extLst>
  </p:cSld>
  <p:clrMapOvr>
    <a:masterClrMapping/>
  </p:clrMapOvr>
  <p:hf hdr="0" ftr="0" dt="0"/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14181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01710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773534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0909152"/>
      </p:ext>
    </p:extLst>
  </p:cSld>
  <p:clrMapOvr>
    <a:masterClrMapping/>
  </p:clrMapOvr>
  <p:hf hdr="0" ftr="0" dt="0"/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3A1E4-ACFB-4BDA-ABE6-FF26032F991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9363A-3104-4D11-A5C0-D19CD5DB15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060143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349D3-C360-41CF-8593-19F29060D7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1DE00-35AA-421A-BA13-65C4064BE59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152171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D7FA-01B8-4DF5-A09F-0FA63B82AAB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D39F-CF81-487A-BFE8-55FE48F07E4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53550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F986B30-457D-4032-AADF-46CEC25EF32E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7071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705280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27694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88224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2830530"/>
      </p:ext>
    </p:extLst>
  </p:cSld>
  <p:clrMapOvr>
    <a:masterClrMapping/>
  </p:clrMapOvr>
  <p:hf hdr="0" ftr="0" dt="0"/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3A1E4-ACFB-4BDA-ABE6-FF26032F991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9363A-3104-4D11-A5C0-D19CD5DB15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683182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349D3-C360-41CF-8593-19F29060D7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1DE00-35AA-421A-BA13-65C4064BE59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250219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D7FA-01B8-4DF5-A09F-0FA63B82AAB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D39F-CF81-487A-BFE8-55FE48F07E4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90538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F986B30-457D-4032-AADF-46CEC25EF32E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065066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3867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889279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963432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72503946"/>
      </p:ext>
    </p:extLst>
  </p:cSld>
  <p:clrMapOvr>
    <a:masterClrMapping/>
  </p:clrMapOvr>
  <p:hf hdr="0" ftr="0" dt="0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3A1E4-ACFB-4BDA-ABE6-FF26032F991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9363A-3104-4D11-A5C0-D19CD5DB15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267975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349D3-C360-41CF-8593-19F29060D7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1DE00-35AA-421A-BA13-65C4064BE59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819454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D7FA-01B8-4DF5-A09F-0FA63B82AAB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D39F-CF81-487A-BFE8-55FE48F07E4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55512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F986B30-457D-4032-AADF-46CEC25EF32E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850369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755212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024174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360272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7385221"/>
      </p:ext>
    </p:extLst>
  </p:cSld>
  <p:clrMapOvr>
    <a:masterClrMapping/>
  </p:clrMapOvr>
  <p:hf hdr="0" ftr="0" dt="0"/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3A1E4-ACFB-4BDA-ABE6-FF26032F991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9363A-3104-4D11-A5C0-D19CD5DB15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61366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349D3-C360-41CF-8593-19F29060D7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1DE00-35AA-421A-BA13-65C4064BE59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46206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D7FA-01B8-4DF5-A09F-0FA63B82AAB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D39F-CF81-487A-BFE8-55FE48F07E4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52246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F986B30-457D-4032-AADF-46CEC25EF32E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882850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3A1E4-ACFB-4BDA-ABE6-FF26032F991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9363A-3104-4D11-A5C0-D19CD5DB15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444366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349D3-C360-41CF-8593-19F29060D7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1DE00-35AA-421A-BA13-65C4064BE59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723548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D7FA-01B8-4DF5-A09F-0FA63B82AAB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D39F-CF81-487A-BFE8-55FE48F07E4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889877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F986B30-457D-4032-AADF-46CEC25EF32E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920888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3A1E4-ACFB-4BDA-ABE6-FF26032F991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9363A-3104-4D11-A5C0-D19CD5DB15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857848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349D3-C360-41CF-8593-19F29060D7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1DE00-35AA-421A-BA13-65C4064BE59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31328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D7FA-01B8-4DF5-A09F-0FA63B82AAB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D39F-CF81-487A-BFE8-55FE48F07E4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982367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F986B30-457D-4032-AADF-46CEC25EF32E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48228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723259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47639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778138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5356156"/>
      </p:ext>
    </p:extLst>
  </p:cSld>
  <p:clrMapOvr>
    <a:masterClrMapping/>
  </p:clrMapOvr>
  <p:hf hdr="0" ftr="0" dt="0"/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3A1E4-ACFB-4BDA-ABE6-FF26032F991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9363A-3104-4D11-A5C0-D19CD5DB15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253265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349D3-C360-41CF-8593-19F29060D7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1DE00-35AA-421A-BA13-65C4064BE59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956702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D7FA-01B8-4DF5-A09F-0FA63B82AAB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CD39F-CF81-487A-BFE8-55FE48F07E4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353091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F986B30-457D-4032-AADF-46CEC25EF32E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797673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010100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651580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49892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9957901"/>
      </p:ext>
    </p:extLst>
  </p:cSld>
  <p:clrMapOvr>
    <a:masterClrMapping/>
  </p:clrMapOvr>
  <p:hf hdr="0" ftr="0" dt="0"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E4F0D-8E34-4938-A0DD-CCBADE1E510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BF1CB5-5950-4F0D-A69E-B052568E5B7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133625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D97FE-D2E7-43AB-9651-E56FFF1A0A40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96B86-45A8-49BE-8653-F8301956D65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259422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9C364-65E2-435E-8692-013F7A470F3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09E37-238B-49EB-B6C2-9826CDC2D0C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365687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41601C1-4131-45FF-92AA-CA5A39265F83}" type="slidenum">
              <a:rPr lang="fa-I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8444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912666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49151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355221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000067"/>
      </p:ext>
    </p:extLst>
  </p:cSld>
  <p:clrMapOvr>
    <a:masterClrMapping/>
  </p:clrMapOvr>
  <p:hf hdr="0" ftr="0" dt="0"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223054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131272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335842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2815936"/>
      </p:ext>
    </p:extLst>
  </p:cSld>
  <p:clrMapOvr>
    <a:masterClrMapping/>
  </p:clrMapOvr>
  <p:hf hdr="0" ftr="0" dt="0"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12D09-34A6-4A3D-9446-E380C1EB2DD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F84AB-85E0-4F6D-BE5C-C27DAA5ED4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4862398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3D78-54FC-4F78-A7D2-81D56B3D99AF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9B41D-1A21-4ED4-964D-99E3C3E913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0471359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1B88F-BB74-452D-9EDF-4B86FAF2028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DCEAE-713F-4E7B-B033-6BB9C7998B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102608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8A9F1-98EF-4557-8010-C12F8588B9CE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71755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670688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276885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232045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2198864"/>
      </p:ext>
    </p:extLst>
  </p:cSld>
  <p:clrMapOvr>
    <a:masterClrMapping/>
  </p:clrMapOvr>
  <p:hf hdr="0" ftr="0" dt="0"/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FDE50-88CE-4C74-9865-9303C58A667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3FC9FE-A6C9-4EEA-B82B-C97A4A4BB6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007112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5D6E8-5AF3-422F-A6B7-31A5055D492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D773F-44BE-4508-A4D3-8D2BF9335C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805699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BF353-C251-49CD-96F5-C80F0AF835C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EFFA8-E943-452E-B5C3-46F2A19182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1975343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B03B4-4B65-40B2-B21B-260F389518F3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98994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19484-94B4-439D-9FEF-DD67C05780B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AEE3A-CF51-40AA-90A9-80CAC05A2A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768319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E3632-C088-4789-87EB-1ACEAE927A7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80928-9E83-4E1F-9A71-2067D77185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2712513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BA97E-00B3-4877-8CD5-4BEE9457FFC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734B6-0A2C-42CA-9BCE-E7E8576ECF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541150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237BC2-3C3A-459B-9489-A6DC3B7CF433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8657073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538403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204102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380206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5108724"/>
      </p:ext>
    </p:extLst>
  </p:cSld>
  <p:clrMapOvr>
    <a:masterClrMapping/>
  </p:clrMapOvr>
  <p:hf hdr="0" ftr="0" dt="0"/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199661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561090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038227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736948"/>
      </p:ext>
    </p:extLst>
  </p:cSld>
  <p:clrMapOvr>
    <a:masterClrMapping/>
  </p:clrMapOvr>
  <p:hf hdr="0" ftr="0" dt="0"/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C3C68-F9A1-4D3A-9FA2-BA94D791ED2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4C1C4-15D7-4061-8505-0AA6F9C3F3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954577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289DC-AC56-40A5-99E8-1734975F321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623963-D5FE-4C7E-A4C0-C6E2B67E5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763279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F0456-E976-428A-9130-1D6540D50DAE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E091E-64EF-48F6-9C40-570B1745F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3926603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710FA-7792-4AE7-A361-1B8C764538B0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6225552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489346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19614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493940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856165"/>
      </p:ext>
    </p:extLst>
  </p:cSld>
  <p:clrMapOvr>
    <a:masterClrMapping/>
  </p:clrMapOvr>
  <p:hf hdr="0" ftr="0" dt="0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688217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501674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206290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0889326"/>
      </p:ext>
    </p:extLst>
  </p:cSld>
  <p:clrMapOvr>
    <a:masterClrMapping/>
  </p:clrMapOvr>
  <p:hf hdr="0" ftr="0" dt="0"/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CDC2B-A0C3-4EBB-983A-077BA94F4144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EA1F4-9FB8-40C5-8363-B2F741606F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500802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190C0-885B-4AF0-9D47-AE64AE8AEF5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FF14E-4A2C-472D-BEBD-97EEF38797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468028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01FF6-CCF6-463C-BED5-B7B2BF7A6C94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54BA2-D218-4010-ABED-8DAB18094A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197292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A1CD6D4-6342-4E68-921D-8352D8950D35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480066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148064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634535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198609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9182709"/>
      </p:ext>
    </p:extLst>
  </p:cSld>
  <p:clrMapOvr>
    <a:masterClrMapping/>
  </p:clrMapOvr>
  <p:hf hdr="0" ftr="0" dt="0"/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E55CB-3A80-4BBA-9AC3-ED7BCF713313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82E30-6F0A-40A0-902C-16C8BC2E79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529960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04B8B-0D7D-443E-8EAC-890A286752DA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879AA-A93E-49E2-8998-9702A83B27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6264398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12AD0-C95E-40FB-A1E9-224F3499044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03062-E967-4845-B4B4-27A06E5014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586134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50551-F66E-499D-AB15-F78827F26A3F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792466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12B8E-076C-47D0-83EB-A7FB6AEC8B1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3B264F-7F0C-43BF-B650-20A86697C1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640501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65174-3539-48A9-B7FF-D279891D468F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55276-B3CE-4966-BE30-2CFAD1DC5B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071572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A6CBC-18B8-47BE-A87B-8BB9DB678815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699C1-DEA0-4F27-AFF9-9097DAE0AE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315424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56C44-1FF4-4365-A206-2EBE26FEEA49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4330133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715600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445453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663719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1788552"/>
      </p:ext>
    </p:extLst>
  </p:cSld>
  <p:clrMapOvr>
    <a:masterClrMapping/>
  </p:clrMapOvr>
  <p:hf hdr="0" ftr="0" dt="0"/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F376C-A80E-42F1-9A7D-1CC66E5E34BA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4AE59-C87A-4B1C-970D-29F3A4FDC3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6555640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39902-60D4-45C3-ADE5-8C4FAEBD85D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5EB29-6180-4A66-BF8A-E29E1C22E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344919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225C1B-933C-46CA-A45E-90BC634CF16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FE1D9-0398-4049-9EBD-B807FC6C30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5446314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4CF0D-0B56-4BC3-9C07-D4A490DF03AC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2522652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902981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619822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577129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2815881"/>
      </p:ext>
    </p:extLst>
  </p:cSld>
  <p:clrMapOvr>
    <a:masterClrMapping/>
  </p:clrMapOvr>
  <p:hf hdr="0" ftr="0" dt="0"/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898FA-D1ED-4332-8D5F-2401A065DE46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D9E3A-E730-426C-B25E-4EFD59836A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444621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799BD-2118-4276-97DC-CB7031A5D9AF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DFF13-0470-467D-B644-F42EEE3743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3308996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70F0E-75FD-4228-8148-6DE29DC7C914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AFF1E-9660-4BC9-9AD7-4EDB8DFD80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6989526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09AD2-6E4A-4CD6-BA85-1CCCA6F9A3FB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1955387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044841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440656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843763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9446881"/>
      </p:ext>
    </p:extLst>
  </p:cSld>
  <p:clrMapOvr>
    <a:masterClrMapping/>
  </p:clrMapOvr>
  <p:hf hdr="0" ftr="0" dt="0"/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43A9-3C91-443F-8CCB-88844F024480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655538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4F3-FD6E-4E56-842D-30FA086901EE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639980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C4AC-40C2-4671-8EE7-C49EC4719697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250987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0" descr="New Pi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3025020"/>
      </p:ext>
    </p:extLst>
  </p:cSld>
  <p:clrMapOvr>
    <a:masterClrMapping/>
  </p:clrMapOvr>
  <p:hf hdr="0" ftr="0" dt="0"/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8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CCDAA-5C89-43E0-944C-BEC1FB2A4EC2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80847-1ABD-4518-A0EE-F018078451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4919543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E7247-DA95-487E-9D91-B46FAB78BBF4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4580A-4D6F-4CAC-BF81-083E737A4E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7579160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475B9-D407-4296-8B57-963051C4438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06B4C-BCA9-43CC-93A0-F6DD2EDA62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6343788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5F764-CD9C-4F89-BAD9-13D881A6AA5D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0730093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213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8E8C50-6FA8-4197-BFB5-4903E377AA13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A7DED-4D7F-4C90-ACA4-2C51D98A49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201687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5145-9602-4CAA-B21F-5E5F48A19A8A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292B9-7EAA-4A0A-B51B-9DB3288D1F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739129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3F9FF-0344-456A-B61E-7FF640CF6AF7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36F77-22FA-4814-9607-9BEC940FE9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9741362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fa-IR">
                <a:solidFill>
                  <a:prstClr val="black"/>
                </a:solidFill>
                <a:latin typeface="Arial" pitchFamily="34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fa-IR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FD3EDB-AB53-4A09-89D4-6771D5A2CC07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9967526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04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ABBF4-0174-4D8A-941E-EED64EC383B7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20BEB-F5A1-48C3-849D-3C49975AB2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984179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BAA5D-EFC0-4FA7-9463-3435A76B29C7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2FEA5-7EAD-4C5C-81DC-52B79B7EB3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499841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2C69A-EE7D-48CC-98E7-583866C258EA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CE8F6-2D4F-47A7-B5A3-8C5CB830F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402797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4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0" descr="New Pictur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2" y="762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8D3DA-633F-436B-A029-F6F61417D84B}" type="slidenum">
              <a:rPr lang="fa-IR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47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9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33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.png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.png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4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.png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4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.png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49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1.png"/><Relationship Id="rId5" Type="http://schemas.openxmlformats.org/officeDocument/2006/relationships/theme" Target="../theme/theme13.xml"/><Relationship Id="rId4" Type="http://schemas.openxmlformats.org/officeDocument/2006/relationships/slideLayout" Target="../slideLayouts/slideLayout5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1.png"/><Relationship Id="rId5" Type="http://schemas.openxmlformats.org/officeDocument/2006/relationships/theme" Target="../theme/theme14.xml"/><Relationship Id="rId4" Type="http://schemas.openxmlformats.org/officeDocument/2006/relationships/slideLayout" Target="../slideLayouts/slideLayout57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1.png"/><Relationship Id="rId5" Type="http://schemas.openxmlformats.org/officeDocument/2006/relationships/theme" Target="../theme/theme15.xml"/><Relationship Id="rId4" Type="http://schemas.openxmlformats.org/officeDocument/2006/relationships/slideLayout" Target="../slideLayouts/slideLayout61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1.png"/><Relationship Id="rId5" Type="http://schemas.openxmlformats.org/officeDocument/2006/relationships/theme" Target="../theme/theme16.xml"/><Relationship Id="rId4" Type="http://schemas.openxmlformats.org/officeDocument/2006/relationships/slideLayout" Target="../slideLayouts/slideLayout65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69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image" Target="../media/image1.png"/><Relationship Id="rId5" Type="http://schemas.openxmlformats.org/officeDocument/2006/relationships/theme" Target="../theme/theme18.xml"/><Relationship Id="rId4" Type="http://schemas.openxmlformats.org/officeDocument/2006/relationships/slideLayout" Target="../slideLayouts/slideLayout73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image" Target="../media/image1.png"/><Relationship Id="rId5" Type="http://schemas.openxmlformats.org/officeDocument/2006/relationships/theme" Target="../theme/theme19.xml"/><Relationship Id="rId4" Type="http://schemas.openxmlformats.org/officeDocument/2006/relationships/slideLayout" Target="../slideLayouts/slideLayout77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image" Target="../media/image1.png"/><Relationship Id="rId5" Type="http://schemas.openxmlformats.org/officeDocument/2006/relationships/theme" Target="../theme/theme20.xml"/><Relationship Id="rId4" Type="http://schemas.openxmlformats.org/officeDocument/2006/relationships/slideLayout" Target="../slideLayouts/slideLayout81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image" Target="../media/image1.png"/><Relationship Id="rId5" Type="http://schemas.openxmlformats.org/officeDocument/2006/relationships/theme" Target="../theme/theme21.xml"/><Relationship Id="rId4" Type="http://schemas.openxmlformats.org/officeDocument/2006/relationships/slideLayout" Target="../slideLayouts/slideLayout85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image" Target="../media/image1.png"/><Relationship Id="rId5" Type="http://schemas.openxmlformats.org/officeDocument/2006/relationships/theme" Target="../theme/theme22.xml"/><Relationship Id="rId4" Type="http://schemas.openxmlformats.org/officeDocument/2006/relationships/slideLayout" Target="../slideLayouts/slideLayout89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1.png"/><Relationship Id="rId5" Type="http://schemas.openxmlformats.org/officeDocument/2006/relationships/theme" Target="../theme/theme23.xml"/><Relationship Id="rId4" Type="http://schemas.openxmlformats.org/officeDocument/2006/relationships/slideLayout" Target="../slideLayouts/slideLayout9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1.png"/><Relationship Id="rId5" Type="http://schemas.openxmlformats.org/officeDocument/2006/relationships/theme" Target="../theme/theme24.xml"/><Relationship Id="rId4" Type="http://schemas.openxmlformats.org/officeDocument/2006/relationships/slideLayout" Target="../slideLayouts/slideLayout97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Relationship Id="rId6" Type="http://schemas.openxmlformats.org/officeDocument/2006/relationships/image" Target="../media/image1.png"/><Relationship Id="rId5" Type="http://schemas.openxmlformats.org/officeDocument/2006/relationships/theme" Target="../theme/theme25.xml"/><Relationship Id="rId4" Type="http://schemas.openxmlformats.org/officeDocument/2006/relationships/slideLayout" Target="../slideLayouts/slideLayout101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image" Target="../media/image1.png"/><Relationship Id="rId5" Type="http://schemas.openxmlformats.org/officeDocument/2006/relationships/theme" Target="../theme/theme26.xml"/><Relationship Id="rId4" Type="http://schemas.openxmlformats.org/officeDocument/2006/relationships/slideLayout" Target="../slideLayouts/slideLayout105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image" Target="../media/image1.png"/><Relationship Id="rId5" Type="http://schemas.openxmlformats.org/officeDocument/2006/relationships/theme" Target="../theme/theme27.xml"/><Relationship Id="rId4" Type="http://schemas.openxmlformats.org/officeDocument/2006/relationships/slideLayout" Target="../slideLayouts/slideLayout109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6" Type="http://schemas.openxmlformats.org/officeDocument/2006/relationships/image" Target="../media/image1.png"/><Relationship Id="rId5" Type="http://schemas.openxmlformats.org/officeDocument/2006/relationships/theme" Target="../theme/theme28.xml"/><Relationship Id="rId4" Type="http://schemas.openxmlformats.org/officeDocument/2006/relationships/slideLayout" Target="../slideLayouts/slideLayout113.xml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image" Target="../media/image1.png"/><Relationship Id="rId5" Type="http://schemas.openxmlformats.org/officeDocument/2006/relationships/theme" Target="../theme/theme29.xml"/><Relationship Id="rId4" Type="http://schemas.openxmlformats.org/officeDocument/2006/relationships/slideLayout" Target="../slideLayouts/slideLayout117.xml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6" Type="http://schemas.openxmlformats.org/officeDocument/2006/relationships/image" Target="../media/image1.png"/><Relationship Id="rId5" Type="http://schemas.openxmlformats.org/officeDocument/2006/relationships/theme" Target="../theme/theme30.xml"/><Relationship Id="rId4" Type="http://schemas.openxmlformats.org/officeDocument/2006/relationships/slideLayout" Target="../slideLayouts/slideLayout121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image" Target="../media/image1.png"/><Relationship Id="rId5" Type="http://schemas.openxmlformats.org/officeDocument/2006/relationships/theme" Target="../theme/theme31.xml"/><Relationship Id="rId4" Type="http://schemas.openxmlformats.org/officeDocument/2006/relationships/slideLayout" Target="../slideLayouts/slideLayout125.xml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6" Type="http://schemas.openxmlformats.org/officeDocument/2006/relationships/image" Target="../media/image1.png"/><Relationship Id="rId5" Type="http://schemas.openxmlformats.org/officeDocument/2006/relationships/theme" Target="../theme/theme32.xml"/><Relationship Id="rId4" Type="http://schemas.openxmlformats.org/officeDocument/2006/relationships/slideLayout" Target="../slideLayouts/slideLayout129.xml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image" Target="../media/image1.png"/><Relationship Id="rId5" Type="http://schemas.openxmlformats.org/officeDocument/2006/relationships/theme" Target="../theme/theme33.xml"/><Relationship Id="rId4" Type="http://schemas.openxmlformats.org/officeDocument/2006/relationships/slideLayout" Target="../slideLayouts/slideLayout133.xml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Relationship Id="rId6" Type="http://schemas.openxmlformats.org/officeDocument/2006/relationships/image" Target="../media/image1.png"/><Relationship Id="rId5" Type="http://schemas.openxmlformats.org/officeDocument/2006/relationships/theme" Target="../theme/theme34.xml"/><Relationship Id="rId4" Type="http://schemas.openxmlformats.org/officeDocument/2006/relationships/slideLayout" Target="../slideLayouts/slideLayout137.xml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Relationship Id="rId6" Type="http://schemas.openxmlformats.org/officeDocument/2006/relationships/image" Target="../media/image1.png"/><Relationship Id="rId5" Type="http://schemas.openxmlformats.org/officeDocument/2006/relationships/theme" Target="../theme/theme35.xml"/><Relationship Id="rId4" Type="http://schemas.openxmlformats.org/officeDocument/2006/relationships/slideLayout" Target="../slideLayouts/slideLayout141.xml"/></Relationships>
</file>

<file path=ppt/slideMasters/_rels/slideMaster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Relationship Id="rId6" Type="http://schemas.openxmlformats.org/officeDocument/2006/relationships/image" Target="../media/image1.png"/><Relationship Id="rId5" Type="http://schemas.openxmlformats.org/officeDocument/2006/relationships/theme" Target="../theme/theme36.xml"/><Relationship Id="rId4" Type="http://schemas.openxmlformats.org/officeDocument/2006/relationships/slideLayout" Target="../slideLayouts/slideLayout145.xml"/></Relationships>
</file>

<file path=ppt/slideMasters/_rels/slideMaster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Relationship Id="rId6" Type="http://schemas.openxmlformats.org/officeDocument/2006/relationships/image" Target="../media/image1.png"/><Relationship Id="rId5" Type="http://schemas.openxmlformats.org/officeDocument/2006/relationships/theme" Target="../theme/theme37.xml"/><Relationship Id="rId4" Type="http://schemas.openxmlformats.org/officeDocument/2006/relationships/slideLayout" Target="../slideLayouts/slideLayout149.xml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Relationship Id="rId6" Type="http://schemas.openxmlformats.org/officeDocument/2006/relationships/image" Target="../media/image1.png"/><Relationship Id="rId5" Type="http://schemas.openxmlformats.org/officeDocument/2006/relationships/theme" Target="../theme/theme38.xml"/><Relationship Id="rId4" Type="http://schemas.openxmlformats.org/officeDocument/2006/relationships/slideLayout" Target="../slideLayouts/slideLayout153.xml"/></Relationships>
</file>

<file path=ppt/slideMasters/_rels/slideMaster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Relationship Id="rId6" Type="http://schemas.openxmlformats.org/officeDocument/2006/relationships/image" Target="../media/image1.png"/><Relationship Id="rId5" Type="http://schemas.openxmlformats.org/officeDocument/2006/relationships/theme" Target="../theme/theme39.xml"/><Relationship Id="rId4" Type="http://schemas.openxmlformats.org/officeDocument/2006/relationships/slideLayout" Target="../slideLayouts/slideLayout157.xml"/></Relationships>
</file>

<file path=ppt/slideMasters/_rels/slideMaster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image" Target="../media/image1.png"/><Relationship Id="rId5" Type="http://schemas.openxmlformats.org/officeDocument/2006/relationships/theme" Target="../theme/theme40.xml"/><Relationship Id="rId4" Type="http://schemas.openxmlformats.org/officeDocument/2006/relationships/slideLayout" Target="../slideLayouts/slideLayout161.xml"/></Relationships>
</file>

<file path=ppt/slideMasters/_rels/slideMaster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6" Type="http://schemas.openxmlformats.org/officeDocument/2006/relationships/image" Target="../media/image1.png"/><Relationship Id="rId5" Type="http://schemas.openxmlformats.org/officeDocument/2006/relationships/theme" Target="../theme/theme41.xml"/><Relationship Id="rId4" Type="http://schemas.openxmlformats.org/officeDocument/2006/relationships/slideLayout" Target="../slideLayouts/slideLayout165.xml"/></Relationships>
</file>

<file path=ppt/slideMasters/_rels/slideMaster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image" Target="../media/image1.png"/><Relationship Id="rId5" Type="http://schemas.openxmlformats.org/officeDocument/2006/relationships/theme" Target="../theme/theme42.xml"/><Relationship Id="rId4" Type="http://schemas.openxmlformats.org/officeDocument/2006/relationships/slideLayout" Target="../slideLayouts/slideLayout169.xml"/></Relationships>
</file>

<file path=ppt/slideMasters/_rels/slideMaster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70.xml"/><Relationship Id="rId6" Type="http://schemas.openxmlformats.org/officeDocument/2006/relationships/image" Target="../media/image1.png"/><Relationship Id="rId5" Type="http://schemas.openxmlformats.org/officeDocument/2006/relationships/theme" Target="../theme/theme43.xml"/><Relationship Id="rId4" Type="http://schemas.openxmlformats.org/officeDocument/2006/relationships/slideLayout" Target="../slideLayouts/slideLayout173.xml"/></Relationships>
</file>

<file path=ppt/slideMasters/_rels/slideMaster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74.xml"/><Relationship Id="rId6" Type="http://schemas.openxmlformats.org/officeDocument/2006/relationships/image" Target="../media/image1.png"/><Relationship Id="rId5" Type="http://schemas.openxmlformats.org/officeDocument/2006/relationships/theme" Target="../theme/theme44.xml"/><Relationship Id="rId4" Type="http://schemas.openxmlformats.org/officeDocument/2006/relationships/slideLayout" Target="../slideLayouts/slideLayout177.xml"/></Relationships>
</file>

<file path=ppt/slideMasters/_rels/slideMaster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78.xml"/><Relationship Id="rId6" Type="http://schemas.openxmlformats.org/officeDocument/2006/relationships/image" Target="../media/image1.png"/><Relationship Id="rId5" Type="http://schemas.openxmlformats.org/officeDocument/2006/relationships/theme" Target="../theme/theme45.xml"/><Relationship Id="rId4" Type="http://schemas.openxmlformats.org/officeDocument/2006/relationships/slideLayout" Target="../slideLayouts/slideLayout181.xml"/></Relationships>
</file>

<file path=ppt/slideMasters/_rels/slideMaster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82.xml"/><Relationship Id="rId6" Type="http://schemas.openxmlformats.org/officeDocument/2006/relationships/image" Target="../media/image1.png"/><Relationship Id="rId5" Type="http://schemas.openxmlformats.org/officeDocument/2006/relationships/theme" Target="../theme/theme46.xml"/><Relationship Id="rId4" Type="http://schemas.openxmlformats.org/officeDocument/2006/relationships/slideLayout" Target="../slideLayouts/slideLayout185.xml"/></Relationships>
</file>

<file path=ppt/slideMasters/_rels/slideMaster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86.xml"/><Relationship Id="rId6" Type="http://schemas.openxmlformats.org/officeDocument/2006/relationships/image" Target="../media/image1.png"/><Relationship Id="rId5" Type="http://schemas.openxmlformats.org/officeDocument/2006/relationships/theme" Target="../theme/theme47.xml"/><Relationship Id="rId4" Type="http://schemas.openxmlformats.org/officeDocument/2006/relationships/slideLayout" Target="../slideLayouts/slideLayout189.xml"/></Relationships>
</file>

<file path=ppt/slideMasters/_rels/slideMaster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90.xml"/><Relationship Id="rId6" Type="http://schemas.openxmlformats.org/officeDocument/2006/relationships/image" Target="../media/image1.png"/><Relationship Id="rId5" Type="http://schemas.openxmlformats.org/officeDocument/2006/relationships/theme" Target="../theme/theme48.xml"/><Relationship Id="rId4" Type="http://schemas.openxmlformats.org/officeDocument/2006/relationships/slideLayout" Target="../slideLayouts/slideLayout193.xml"/></Relationships>
</file>

<file path=ppt/slideMasters/_rels/slideMaster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94.xml"/><Relationship Id="rId6" Type="http://schemas.openxmlformats.org/officeDocument/2006/relationships/image" Target="../media/image1.png"/><Relationship Id="rId5" Type="http://schemas.openxmlformats.org/officeDocument/2006/relationships/theme" Target="../theme/theme49.xml"/><Relationship Id="rId4" Type="http://schemas.openxmlformats.org/officeDocument/2006/relationships/slideLayout" Target="../slideLayouts/slideLayout197.xml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98.xml"/><Relationship Id="rId6" Type="http://schemas.openxmlformats.org/officeDocument/2006/relationships/image" Target="../media/image1.png"/><Relationship Id="rId5" Type="http://schemas.openxmlformats.org/officeDocument/2006/relationships/theme" Target="../theme/theme50.xml"/><Relationship Id="rId4" Type="http://schemas.openxmlformats.org/officeDocument/2006/relationships/slideLayout" Target="../slideLayouts/slideLayout201.xml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202.xml"/><Relationship Id="rId6" Type="http://schemas.openxmlformats.org/officeDocument/2006/relationships/image" Target="../media/image1.png"/><Relationship Id="rId5" Type="http://schemas.openxmlformats.org/officeDocument/2006/relationships/theme" Target="../theme/theme51.xml"/><Relationship Id="rId4" Type="http://schemas.openxmlformats.org/officeDocument/2006/relationships/slideLayout" Target="../slideLayouts/slideLayout205.xml"/></Relationships>
</file>

<file path=ppt/slideMasters/_rels/slideMaster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07.xml"/><Relationship Id="rId1" Type="http://schemas.openxmlformats.org/officeDocument/2006/relationships/slideLayout" Target="../slideLayouts/slideLayout206.xml"/><Relationship Id="rId6" Type="http://schemas.openxmlformats.org/officeDocument/2006/relationships/image" Target="../media/image1.png"/><Relationship Id="rId5" Type="http://schemas.openxmlformats.org/officeDocument/2006/relationships/theme" Target="../theme/theme52.xml"/><Relationship Id="rId4" Type="http://schemas.openxmlformats.org/officeDocument/2006/relationships/slideLayout" Target="../slideLayouts/slideLayout209.xml"/></Relationships>
</file>

<file path=ppt/slideMasters/_rels/slideMaster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210.xml"/><Relationship Id="rId6" Type="http://schemas.openxmlformats.org/officeDocument/2006/relationships/image" Target="../media/image1.png"/><Relationship Id="rId5" Type="http://schemas.openxmlformats.org/officeDocument/2006/relationships/theme" Target="../theme/theme53.xml"/><Relationship Id="rId4" Type="http://schemas.openxmlformats.org/officeDocument/2006/relationships/slideLayout" Target="../slideLayouts/slideLayout213.xml"/></Relationships>
</file>

<file path=ppt/slideMasters/_rels/slideMaster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15.xml"/><Relationship Id="rId1" Type="http://schemas.openxmlformats.org/officeDocument/2006/relationships/slideLayout" Target="../slideLayouts/slideLayout214.xml"/><Relationship Id="rId6" Type="http://schemas.openxmlformats.org/officeDocument/2006/relationships/image" Target="../media/image1.png"/><Relationship Id="rId5" Type="http://schemas.openxmlformats.org/officeDocument/2006/relationships/theme" Target="../theme/theme54.xml"/><Relationship Id="rId4" Type="http://schemas.openxmlformats.org/officeDocument/2006/relationships/slideLayout" Target="../slideLayouts/slideLayout217.xml"/></Relationships>
</file>

<file path=ppt/slideMasters/_rels/slideMaster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8.xml"/><Relationship Id="rId6" Type="http://schemas.openxmlformats.org/officeDocument/2006/relationships/image" Target="../media/image1.png"/><Relationship Id="rId5" Type="http://schemas.openxmlformats.org/officeDocument/2006/relationships/theme" Target="../theme/theme55.xml"/><Relationship Id="rId4" Type="http://schemas.openxmlformats.org/officeDocument/2006/relationships/slideLayout" Target="../slideLayouts/slideLayout221.xml"/></Relationships>
</file>

<file path=ppt/slideMasters/_rels/slideMaster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23.xml"/><Relationship Id="rId1" Type="http://schemas.openxmlformats.org/officeDocument/2006/relationships/slideLayout" Target="../slideLayouts/slideLayout222.xml"/><Relationship Id="rId6" Type="http://schemas.openxmlformats.org/officeDocument/2006/relationships/image" Target="../media/image1.png"/><Relationship Id="rId5" Type="http://schemas.openxmlformats.org/officeDocument/2006/relationships/theme" Target="../theme/theme56.xml"/><Relationship Id="rId4" Type="http://schemas.openxmlformats.org/officeDocument/2006/relationships/slideLayout" Target="../slideLayouts/slideLayout225.xml"/></Relationships>
</file>

<file path=ppt/slideMasters/_rels/slideMaster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image" Target="../media/image1.png"/><Relationship Id="rId5" Type="http://schemas.openxmlformats.org/officeDocument/2006/relationships/theme" Target="../theme/theme57.xml"/><Relationship Id="rId4" Type="http://schemas.openxmlformats.org/officeDocument/2006/relationships/slideLayout" Target="../slideLayouts/slideLayout229.xml"/></Relationships>
</file>

<file path=ppt/slideMasters/_rels/slideMaster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30.xml"/><Relationship Id="rId6" Type="http://schemas.openxmlformats.org/officeDocument/2006/relationships/image" Target="../media/image1.png"/><Relationship Id="rId5" Type="http://schemas.openxmlformats.org/officeDocument/2006/relationships/theme" Target="../theme/theme58.xml"/><Relationship Id="rId4" Type="http://schemas.openxmlformats.org/officeDocument/2006/relationships/slideLayout" Target="../slideLayouts/slideLayout233.xml"/></Relationships>
</file>

<file path=ppt/slideMasters/_rels/slideMaster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35.xml"/><Relationship Id="rId1" Type="http://schemas.openxmlformats.org/officeDocument/2006/relationships/slideLayout" Target="../slideLayouts/slideLayout234.xml"/><Relationship Id="rId6" Type="http://schemas.openxmlformats.org/officeDocument/2006/relationships/image" Target="../media/image1.png"/><Relationship Id="rId5" Type="http://schemas.openxmlformats.org/officeDocument/2006/relationships/theme" Target="../theme/theme59.xml"/><Relationship Id="rId4" Type="http://schemas.openxmlformats.org/officeDocument/2006/relationships/slideLayout" Target="../slideLayouts/slideLayout237.xml"/></Relationships>
</file>

<file path=ppt/slideMasters/_rels/slideMaster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39.xml"/><Relationship Id="rId1" Type="http://schemas.openxmlformats.org/officeDocument/2006/relationships/slideLayout" Target="../slideLayouts/slideLayout238.xml"/><Relationship Id="rId6" Type="http://schemas.openxmlformats.org/officeDocument/2006/relationships/image" Target="../media/image1.png"/><Relationship Id="rId5" Type="http://schemas.openxmlformats.org/officeDocument/2006/relationships/theme" Target="../theme/theme60.xml"/><Relationship Id="rId4" Type="http://schemas.openxmlformats.org/officeDocument/2006/relationships/slideLayout" Target="../slideLayouts/slideLayout241.xml"/></Relationships>
</file>

<file path=ppt/slideMasters/_rels/slideMaster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43.xml"/><Relationship Id="rId1" Type="http://schemas.openxmlformats.org/officeDocument/2006/relationships/slideLayout" Target="../slideLayouts/slideLayout242.xml"/><Relationship Id="rId6" Type="http://schemas.openxmlformats.org/officeDocument/2006/relationships/image" Target="../media/image1.png"/><Relationship Id="rId5" Type="http://schemas.openxmlformats.org/officeDocument/2006/relationships/theme" Target="../theme/theme61.xml"/><Relationship Id="rId4" Type="http://schemas.openxmlformats.org/officeDocument/2006/relationships/slideLayout" Target="../slideLayouts/slideLayout245.xml"/></Relationships>
</file>

<file path=ppt/slideMasters/_rels/slideMaster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47.xml"/><Relationship Id="rId1" Type="http://schemas.openxmlformats.org/officeDocument/2006/relationships/slideLayout" Target="../slideLayouts/slideLayout246.xml"/><Relationship Id="rId6" Type="http://schemas.openxmlformats.org/officeDocument/2006/relationships/image" Target="../media/image1.png"/><Relationship Id="rId5" Type="http://schemas.openxmlformats.org/officeDocument/2006/relationships/theme" Target="../theme/theme62.xml"/><Relationship Id="rId4" Type="http://schemas.openxmlformats.org/officeDocument/2006/relationships/slideLayout" Target="../slideLayouts/slideLayout249.xml"/></Relationships>
</file>

<file path=ppt/slideMasters/_rels/slideMaster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250.xml"/><Relationship Id="rId6" Type="http://schemas.openxmlformats.org/officeDocument/2006/relationships/image" Target="../media/image1.png"/><Relationship Id="rId5" Type="http://schemas.openxmlformats.org/officeDocument/2006/relationships/theme" Target="../theme/theme63.xml"/><Relationship Id="rId4" Type="http://schemas.openxmlformats.org/officeDocument/2006/relationships/slideLayout" Target="../slideLayouts/slideLayout253.xml"/></Relationships>
</file>

<file path=ppt/slideMasters/_rels/slideMaster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55.xml"/><Relationship Id="rId1" Type="http://schemas.openxmlformats.org/officeDocument/2006/relationships/slideLayout" Target="../slideLayouts/slideLayout254.xml"/><Relationship Id="rId6" Type="http://schemas.openxmlformats.org/officeDocument/2006/relationships/image" Target="../media/image1.png"/><Relationship Id="rId5" Type="http://schemas.openxmlformats.org/officeDocument/2006/relationships/theme" Target="../theme/theme64.xml"/><Relationship Id="rId4" Type="http://schemas.openxmlformats.org/officeDocument/2006/relationships/slideLayout" Target="../slideLayouts/slideLayout257.xml"/></Relationships>
</file>

<file path=ppt/slideMasters/_rels/slideMaster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59.xml"/><Relationship Id="rId1" Type="http://schemas.openxmlformats.org/officeDocument/2006/relationships/slideLayout" Target="../slideLayouts/slideLayout258.xml"/><Relationship Id="rId6" Type="http://schemas.openxmlformats.org/officeDocument/2006/relationships/image" Target="../media/image1.png"/><Relationship Id="rId5" Type="http://schemas.openxmlformats.org/officeDocument/2006/relationships/theme" Target="../theme/theme65.xml"/><Relationship Id="rId4" Type="http://schemas.openxmlformats.org/officeDocument/2006/relationships/slideLayout" Target="../slideLayouts/slideLayout261.xml"/></Relationships>
</file>

<file path=ppt/slideMasters/_rels/slideMaster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62.xml"/><Relationship Id="rId6" Type="http://schemas.openxmlformats.org/officeDocument/2006/relationships/image" Target="../media/image1.png"/><Relationship Id="rId5" Type="http://schemas.openxmlformats.org/officeDocument/2006/relationships/theme" Target="../theme/theme66.xml"/><Relationship Id="rId4" Type="http://schemas.openxmlformats.org/officeDocument/2006/relationships/slideLayout" Target="../slideLayouts/slideLayout265.xml"/></Relationships>
</file>

<file path=ppt/slideMasters/_rels/slideMaster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67.xml"/><Relationship Id="rId1" Type="http://schemas.openxmlformats.org/officeDocument/2006/relationships/slideLayout" Target="../slideLayouts/slideLayout266.xml"/><Relationship Id="rId6" Type="http://schemas.openxmlformats.org/officeDocument/2006/relationships/image" Target="../media/image1.png"/><Relationship Id="rId5" Type="http://schemas.openxmlformats.org/officeDocument/2006/relationships/theme" Target="../theme/theme67.xml"/><Relationship Id="rId4" Type="http://schemas.openxmlformats.org/officeDocument/2006/relationships/slideLayout" Target="../slideLayouts/slideLayout269.xml"/></Relationships>
</file>

<file path=ppt/slideMasters/_rels/slideMaster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70.xml"/><Relationship Id="rId6" Type="http://schemas.openxmlformats.org/officeDocument/2006/relationships/image" Target="../media/image1.png"/><Relationship Id="rId5" Type="http://schemas.openxmlformats.org/officeDocument/2006/relationships/theme" Target="../theme/theme68.xml"/><Relationship Id="rId4" Type="http://schemas.openxmlformats.org/officeDocument/2006/relationships/slideLayout" Target="../slideLayouts/slideLayout273.xml"/></Relationships>
</file>

<file path=ppt/slideMasters/_rels/slideMaster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75.xml"/><Relationship Id="rId1" Type="http://schemas.openxmlformats.org/officeDocument/2006/relationships/slideLayout" Target="../slideLayouts/slideLayout274.xml"/><Relationship Id="rId6" Type="http://schemas.openxmlformats.org/officeDocument/2006/relationships/image" Target="../media/image1.png"/><Relationship Id="rId5" Type="http://schemas.openxmlformats.org/officeDocument/2006/relationships/theme" Target="../theme/theme69.xml"/><Relationship Id="rId4" Type="http://schemas.openxmlformats.org/officeDocument/2006/relationships/slideLayout" Target="../slideLayouts/slideLayout277.xml"/></Relationships>
</file>

<file path=ppt/slideMasters/_rels/slideMaster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79.xml"/><Relationship Id="rId1" Type="http://schemas.openxmlformats.org/officeDocument/2006/relationships/slideLayout" Target="../slideLayouts/slideLayout278.xml"/><Relationship Id="rId6" Type="http://schemas.openxmlformats.org/officeDocument/2006/relationships/image" Target="../media/image1.png"/><Relationship Id="rId5" Type="http://schemas.openxmlformats.org/officeDocument/2006/relationships/theme" Target="../theme/theme70.xml"/><Relationship Id="rId4" Type="http://schemas.openxmlformats.org/officeDocument/2006/relationships/slideLayout" Target="../slideLayouts/slideLayout281.xml"/></Relationships>
</file>

<file path=ppt/slideMasters/_rels/slideMaster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83.xml"/><Relationship Id="rId1" Type="http://schemas.openxmlformats.org/officeDocument/2006/relationships/slideLayout" Target="../slideLayouts/slideLayout282.xml"/><Relationship Id="rId6" Type="http://schemas.openxmlformats.org/officeDocument/2006/relationships/image" Target="../media/image1.png"/><Relationship Id="rId5" Type="http://schemas.openxmlformats.org/officeDocument/2006/relationships/theme" Target="../theme/theme71.xml"/><Relationship Id="rId4" Type="http://schemas.openxmlformats.org/officeDocument/2006/relationships/slideLayout" Target="../slideLayouts/slideLayout285.xml"/></Relationships>
</file>

<file path=ppt/slideMasters/_rels/slideMaster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87.xml"/><Relationship Id="rId1" Type="http://schemas.openxmlformats.org/officeDocument/2006/relationships/slideLayout" Target="../slideLayouts/slideLayout286.xml"/><Relationship Id="rId6" Type="http://schemas.openxmlformats.org/officeDocument/2006/relationships/image" Target="../media/image1.png"/><Relationship Id="rId5" Type="http://schemas.openxmlformats.org/officeDocument/2006/relationships/theme" Target="../theme/theme72.xml"/><Relationship Id="rId4" Type="http://schemas.openxmlformats.org/officeDocument/2006/relationships/slideLayout" Target="../slideLayouts/slideLayout289.xml"/></Relationships>
</file>

<file path=ppt/slideMasters/_rels/slideMaster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91.xml"/><Relationship Id="rId1" Type="http://schemas.openxmlformats.org/officeDocument/2006/relationships/slideLayout" Target="../slideLayouts/slideLayout290.xml"/><Relationship Id="rId6" Type="http://schemas.openxmlformats.org/officeDocument/2006/relationships/image" Target="../media/image1.png"/><Relationship Id="rId5" Type="http://schemas.openxmlformats.org/officeDocument/2006/relationships/theme" Target="../theme/theme73.xml"/><Relationship Id="rId4" Type="http://schemas.openxmlformats.org/officeDocument/2006/relationships/slideLayout" Target="../slideLayouts/slideLayout293.xml"/></Relationships>
</file>

<file path=ppt/slideMasters/_rels/slideMaster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95.xml"/><Relationship Id="rId1" Type="http://schemas.openxmlformats.org/officeDocument/2006/relationships/slideLayout" Target="../slideLayouts/slideLayout294.xml"/><Relationship Id="rId6" Type="http://schemas.openxmlformats.org/officeDocument/2006/relationships/image" Target="../media/image1.png"/><Relationship Id="rId5" Type="http://schemas.openxmlformats.org/officeDocument/2006/relationships/theme" Target="../theme/theme74.xml"/><Relationship Id="rId4" Type="http://schemas.openxmlformats.org/officeDocument/2006/relationships/slideLayout" Target="../slideLayouts/slideLayout297.xml"/></Relationships>
</file>

<file path=ppt/slideMasters/_rels/slideMaster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99.xml"/><Relationship Id="rId1" Type="http://schemas.openxmlformats.org/officeDocument/2006/relationships/slideLayout" Target="../slideLayouts/slideLayout298.xml"/><Relationship Id="rId6" Type="http://schemas.openxmlformats.org/officeDocument/2006/relationships/image" Target="../media/image1.png"/><Relationship Id="rId5" Type="http://schemas.openxmlformats.org/officeDocument/2006/relationships/theme" Target="../theme/theme75.xml"/><Relationship Id="rId4" Type="http://schemas.openxmlformats.org/officeDocument/2006/relationships/slideLayout" Target="../slideLayouts/slideLayout301.xml"/></Relationships>
</file>

<file path=ppt/slideMasters/_rels/slideMaster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03.xml"/><Relationship Id="rId1" Type="http://schemas.openxmlformats.org/officeDocument/2006/relationships/slideLayout" Target="../slideLayouts/slideLayout302.xml"/><Relationship Id="rId6" Type="http://schemas.openxmlformats.org/officeDocument/2006/relationships/image" Target="../media/image1.png"/><Relationship Id="rId5" Type="http://schemas.openxmlformats.org/officeDocument/2006/relationships/theme" Target="../theme/theme76.xml"/><Relationship Id="rId4" Type="http://schemas.openxmlformats.org/officeDocument/2006/relationships/slideLayout" Target="../slideLayouts/slideLayout305.xml"/></Relationships>
</file>

<file path=ppt/slideMasters/_rels/slideMaster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306.xml"/><Relationship Id="rId6" Type="http://schemas.openxmlformats.org/officeDocument/2006/relationships/image" Target="../media/image1.png"/><Relationship Id="rId5" Type="http://schemas.openxmlformats.org/officeDocument/2006/relationships/theme" Target="../theme/theme77.xml"/><Relationship Id="rId4" Type="http://schemas.openxmlformats.org/officeDocument/2006/relationships/slideLayout" Target="../slideLayouts/slideLayout309.xml"/></Relationships>
</file>

<file path=ppt/slideMasters/_rels/slideMaster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11.xml"/><Relationship Id="rId1" Type="http://schemas.openxmlformats.org/officeDocument/2006/relationships/slideLayout" Target="../slideLayouts/slideLayout310.xml"/><Relationship Id="rId6" Type="http://schemas.openxmlformats.org/officeDocument/2006/relationships/image" Target="../media/image1.png"/><Relationship Id="rId5" Type="http://schemas.openxmlformats.org/officeDocument/2006/relationships/theme" Target="../theme/theme78.xml"/><Relationship Id="rId4" Type="http://schemas.openxmlformats.org/officeDocument/2006/relationships/slideLayout" Target="../slideLayouts/slideLayout313.xml"/></Relationships>
</file>

<file path=ppt/slideMasters/_rels/slideMaster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15.xml"/><Relationship Id="rId1" Type="http://schemas.openxmlformats.org/officeDocument/2006/relationships/slideLayout" Target="../slideLayouts/slideLayout314.xml"/><Relationship Id="rId6" Type="http://schemas.openxmlformats.org/officeDocument/2006/relationships/image" Target="../media/image1.png"/><Relationship Id="rId5" Type="http://schemas.openxmlformats.org/officeDocument/2006/relationships/theme" Target="../theme/theme79.xml"/><Relationship Id="rId4" Type="http://schemas.openxmlformats.org/officeDocument/2006/relationships/slideLayout" Target="../slideLayouts/slideLayout317.xml"/></Relationships>
</file>

<file path=ppt/slideMasters/_rels/slideMaster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19.xml"/><Relationship Id="rId1" Type="http://schemas.openxmlformats.org/officeDocument/2006/relationships/slideLayout" Target="../slideLayouts/slideLayout318.xml"/><Relationship Id="rId6" Type="http://schemas.openxmlformats.org/officeDocument/2006/relationships/image" Target="../media/image1.png"/><Relationship Id="rId5" Type="http://schemas.openxmlformats.org/officeDocument/2006/relationships/theme" Target="../theme/theme80.xml"/><Relationship Id="rId4" Type="http://schemas.openxmlformats.org/officeDocument/2006/relationships/slideLayout" Target="../slideLayouts/slideLayout321.xml"/></Relationships>
</file>

<file path=ppt/slideMasters/_rels/slideMaster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23.xml"/><Relationship Id="rId1" Type="http://schemas.openxmlformats.org/officeDocument/2006/relationships/slideLayout" Target="../slideLayouts/slideLayout322.xml"/><Relationship Id="rId6" Type="http://schemas.openxmlformats.org/officeDocument/2006/relationships/image" Target="../media/image1.png"/><Relationship Id="rId5" Type="http://schemas.openxmlformats.org/officeDocument/2006/relationships/theme" Target="../theme/theme81.xml"/><Relationship Id="rId4" Type="http://schemas.openxmlformats.org/officeDocument/2006/relationships/slideLayout" Target="../slideLayouts/slideLayout325.xml"/></Relationships>
</file>

<file path=ppt/slideMasters/_rels/slideMaster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27.xml"/><Relationship Id="rId1" Type="http://schemas.openxmlformats.org/officeDocument/2006/relationships/slideLayout" Target="../slideLayouts/slideLayout326.xml"/><Relationship Id="rId6" Type="http://schemas.openxmlformats.org/officeDocument/2006/relationships/image" Target="../media/image1.png"/><Relationship Id="rId5" Type="http://schemas.openxmlformats.org/officeDocument/2006/relationships/theme" Target="../theme/theme82.xml"/><Relationship Id="rId4" Type="http://schemas.openxmlformats.org/officeDocument/2006/relationships/slideLayout" Target="../slideLayouts/slideLayout329.xml"/></Relationships>
</file>

<file path=ppt/slideMasters/_rels/slideMaster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31.xml"/><Relationship Id="rId1" Type="http://schemas.openxmlformats.org/officeDocument/2006/relationships/slideLayout" Target="../slideLayouts/slideLayout330.xml"/><Relationship Id="rId6" Type="http://schemas.openxmlformats.org/officeDocument/2006/relationships/image" Target="../media/image1.png"/><Relationship Id="rId5" Type="http://schemas.openxmlformats.org/officeDocument/2006/relationships/theme" Target="../theme/theme83.xml"/><Relationship Id="rId4" Type="http://schemas.openxmlformats.org/officeDocument/2006/relationships/slideLayout" Target="../slideLayouts/slideLayout333.xml"/></Relationships>
</file>

<file path=ppt/slideMasters/_rels/slideMaster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35.xml"/><Relationship Id="rId1" Type="http://schemas.openxmlformats.org/officeDocument/2006/relationships/slideLayout" Target="../slideLayouts/slideLayout334.xml"/><Relationship Id="rId6" Type="http://schemas.openxmlformats.org/officeDocument/2006/relationships/image" Target="../media/image1.png"/><Relationship Id="rId5" Type="http://schemas.openxmlformats.org/officeDocument/2006/relationships/theme" Target="../theme/theme84.xml"/><Relationship Id="rId4" Type="http://schemas.openxmlformats.org/officeDocument/2006/relationships/slideLayout" Target="../slideLayouts/slideLayout337.xml"/></Relationships>
</file>

<file path=ppt/slideMasters/_rels/slideMaster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39.xml"/><Relationship Id="rId1" Type="http://schemas.openxmlformats.org/officeDocument/2006/relationships/slideLayout" Target="../slideLayouts/slideLayout338.xml"/><Relationship Id="rId6" Type="http://schemas.openxmlformats.org/officeDocument/2006/relationships/image" Target="../media/image1.png"/><Relationship Id="rId5" Type="http://schemas.openxmlformats.org/officeDocument/2006/relationships/theme" Target="../theme/theme85.xml"/><Relationship Id="rId4" Type="http://schemas.openxmlformats.org/officeDocument/2006/relationships/slideLayout" Target="../slideLayouts/slideLayout341.xml"/></Relationships>
</file>

<file path=ppt/slideMasters/_rels/slideMaster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43.xml"/><Relationship Id="rId1" Type="http://schemas.openxmlformats.org/officeDocument/2006/relationships/slideLayout" Target="../slideLayouts/slideLayout342.xml"/><Relationship Id="rId6" Type="http://schemas.openxmlformats.org/officeDocument/2006/relationships/image" Target="../media/image1.png"/><Relationship Id="rId5" Type="http://schemas.openxmlformats.org/officeDocument/2006/relationships/theme" Target="../theme/theme86.xml"/><Relationship Id="rId4" Type="http://schemas.openxmlformats.org/officeDocument/2006/relationships/slideLayout" Target="../slideLayouts/slideLayout345.xml"/></Relationships>
</file>

<file path=ppt/slideMasters/_rels/slideMaster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47.xml"/><Relationship Id="rId1" Type="http://schemas.openxmlformats.org/officeDocument/2006/relationships/slideLayout" Target="../slideLayouts/slideLayout346.xml"/><Relationship Id="rId6" Type="http://schemas.openxmlformats.org/officeDocument/2006/relationships/image" Target="../media/image1.png"/><Relationship Id="rId5" Type="http://schemas.openxmlformats.org/officeDocument/2006/relationships/theme" Target="../theme/theme87.xml"/><Relationship Id="rId4" Type="http://schemas.openxmlformats.org/officeDocument/2006/relationships/slideLayout" Target="../slideLayouts/slideLayout349.xml"/></Relationships>
</file>

<file path=ppt/slideMasters/_rels/slideMaster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50.xml"/><Relationship Id="rId6" Type="http://schemas.openxmlformats.org/officeDocument/2006/relationships/image" Target="../media/image1.png"/><Relationship Id="rId5" Type="http://schemas.openxmlformats.org/officeDocument/2006/relationships/theme" Target="../theme/theme88.xml"/><Relationship Id="rId4" Type="http://schemas.openxmlformats.org/officeDocument/2006/relationships/slideLayout" Target="../slideLayouts/slideLayout353.xml"/></Relationships>
</file>

<file path=ppt/slideMasters/_rels/slideMaster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55.xml"/><Relationship Id="rId1" Type="http://schemas.openxmlformats.org/officeDocument/2006/relationships/slideLayout" Target="../slideLayouts/slideLayout354.xml"/><Relationship Id="rId6" Type="http://schemas.openxmlformats.org/officeDocument/2006/relationships/image" Target="../media/image1.png"/><Relationship Id="rId5" Type="http://schemas.openxmlformats.org/officeDocument/2006/relationships/theme" Target="../theme/theme89.xml"/><Relationship Id="rId4" Type="http://schemas.openxmlformats.org/officeDocument/2006/relationships/slideLayout" Target="../slideLayouts/slideLayout357.xml"/></Relationships>
</file>

<file path=ppt/slideMasters/_rels/slideMaster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59.xml"/><Relationship Id="rId1" Type="http://schemas.openxmlformats.org/officeDocument/2006/relationships/slideLayout" Target="../slideLayouts/slideLayout358.xml"/><Relationship Id="rId6" Type="http://schemas.openxmlformats.org/officeDocument/2006/relationships/image" Target="../media/image1.png"/><Relationship Id="rId5" Type="http://schemas.openxmlformats.org/officeDocument/2006/relationships/theme" Target="../theme/theme90.xml"/><Relationship Id="rId4" Type="http://schemas.openxmlformats.org/officeDocument/2006/relationships/slideLayout" Target="../slideLayouts/slideLayout361.xml"/></Relationships>
</file>

<file path=ppt/slideMasters/_rels/slideMaster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63.xml"/><Relationship Id="rId1" Type="http://schemas.openxmlformats.org/officeDocument/2006/relationships/slideLayout" Target="../slideLayouts/slideLayout362.xml"/><Relationship Id="rId6" Type="http://schemas.openxmlformats.org/officeDocument/2006/relationships/image" Target="../media/image1.png"/><Relationship Id="rId5" Type="http://schemas.openxmlformats.org/officeDocument/2006/relationships/theme" Target="../theme/theme91.xml"/><Relationship Id="rId4" Type="http://schemas.openxmlformats.org/officeDocument/2006/relationships/slideLayout" Target="../slideLayouts/slideLayout365.xml"/></Relationships>
</file>

<file path=ppt/slideMasters/_rels/slideMaster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67.xml"/><Relationship Id="rId1" Type="http://schemas.openxmlformats.org/officeDocument/2006/relationships/slideLayout" Target="../slideLayouts/slideLayout366.xml"/><Relationship Id="rId6" Type="http://schemas.openxmlformats.org/officeDocument/2006/relationships/image" Target="../media/image1.png"/><Relationship Id="rId5" Type="http://schemas.openxmlformats.org/officeDocument/2006/relationships/theme" Target="../theme/theme92.xml"/><Relationship Id="rId4" Type="http://schemas.openxmlformats.org/officeDocument/2006/relationships/slideLayout" Target="../slideLayouts/slideLayout3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9BA50-1E40-4C49-8896-B282F3AD9B75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 b="0">
                <a:solidFill>
                  <a:schemeClr val="tx1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schemeClr val="tx1"/>
                  </a:solidFill>
                </a:rPr>
                <a:t>Petropars Ltd.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5107" r:id="rId4"/>
    <p:sldLayoutId id="2147485108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736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271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125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43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0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544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325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0898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572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910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100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3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052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04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73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835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689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521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068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65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414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2893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652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181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612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48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411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338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8" r:id="rId1"/>
    <p:sldLayoutId id="2147484129" r:id="rId2"/>
    <p:sldLayoutId id="2147484130" r:id="rId3"/>
    <p:sldLayoutId id="214748413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724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1724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  <p:sldLayoutId id="214748417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496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327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198" r:id="rId3"/>
    <p:sldLayoutId id="2147484199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17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896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6" r:id="rId1"/>
    <p:sldLayoutId id="2147484207" r:id="rId2"/>
    <p:sldLayoutId id="2147484208" r:id="rId3"/>
    <p:sldLayoutId id="2147484209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268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3" r:id="rId1"/>
    <p:sldLayoutId id="2147484224" r:id="rId2"/>
    <p:sldLayoutId id="2147484225" r:id="rId3"/>
    <p:sldLayoutId id="214748422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04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2" r:id="rId1"/>
    <p:sldLayoutId id="2147484253" r:id="rId2"/>
    <p:sldLayoutId id="2147484254" r:id="rId3"/>
    <p:sldLayoutId id="214748425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232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270" r:id="rId2"/>
    <p:sldLayoutId id="2147484271" r:id="rId3"/>
    <p:sldLayoutId id="214748427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46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0" r:id="rId1"/>
    <p:sldLayoutId id="2147484311" r:id="rId2"/>
    <p:sldLayoutId id="2147484312" r:id="rId3"/>
    <p:sldLayoutId id="2147484313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461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5" r:id="rId1"/>
    <p:sldLayoutId id="2147484316" r:id="rId2"/>
    <p:sldLayoutId id="2147484317" r:id="rId3"/>
    <p:sldLayoutId id="2147484318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64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33" r:id="rId2"/>
    <p:sldLayoutId id="2147484334" r:id="rId3"/>
    <p:sldLayoutId id="214748433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518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7" r:id="rId1"/>
    <p:sldLayoutId id="2147484338" r:id="rId2"/>
    <p:sldLayoutId id="2147484339" r:id="rId3"/>
    <p:sldLayoutId id="2147484340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037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55" r:id="rId2"/>
    <p:sldLayoutId id="2147484356" r:id="rId3"/>
    <p:sldLayoutId id="214748435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878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3" r:id="rId1"/>
    <p:sldLayoutId id="2147484384" r:id="rId2"/>
    <p:sldLayoutId id="2147484385" r:id="rId3"/>
    <p:sldLayoutId id="214748438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367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0" r:id="rId1"/>
    <p:sldLayoutId id="2147484401" r:id="rId2"/>
    <p:sldLayoutId id="2147484402" r:id="rId3"/>
    <p:sldLayoutId id="2147484403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74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148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4" r:id="rId1"/>
    <p:sldLayoutId id="2147484435" r:id="rId2"/>
    <p:sldLayoutId id="2147484436" r:id="rId3"/>
    <p:sldLayoutId id="214748443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FB6-0CEF-4B00-8D54-340837962D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AB36-092E-4E7C-AE47-26AF383CCF9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821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0" r:id="rId2"/>
    <p:sldLayoutId id="2147484441" r:id="rId3"/>
    <p:sldLayoutId id="214748444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023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8" r:id="rId1"/>
    <p:sldLayoutId id="2147484469" r:id="rId2"/>
    <p:sldLayoutId id="2147484470" r:id="rId3"/>
    <p:sldLayoutId id="214748447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53B4069-1C9B-4364-961F-B16DC8699B76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595E50-A610-4795-A27B-03A869DDD0B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079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5" r:id="rId1"/>
    <p:sldLayoutId id="2147484486" r:id="rId2"/>
    <p:sldLayoutId id="2147484487" r:id="rId3"/>
    <p:sldLayoutId id="2147484488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166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2" r:id="rId1"/>
    <p:sldLayoutId id="2147484503" r:id="rId2"/>
    <p:sldLayoutId id="2147484504" r:id="rId3"/>
    <p:sldLayoutId id="214748450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37D9C51-668E-43DE-9D96-28014134544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F9EC224-31BA-466B-9F2D-4334CDF4AAB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95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32" r:id="rId2"/>
    <p:sldLayoutId id="2147484533" r:id="rId3"/>
    <p:sldLayoutId id="214748453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FB00BC-7028-4E03-B9D9-73D5B298BA0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93DD0-B007-405E-997F-1567A090A8A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659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6" r:id="rId1"/>
    <p:sldLayoutId id="2147484537" r:id="rId2"/>
    <p:sldLayoutId id="2147484538" r:id="rId3"/>
    <p:sldLayoutId id="2147484539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749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54" r:id="rId2"/>
    <p:sldLayoutId id="2147484555" r:id="rId3"/>
    <p:sldLayoutId id="214748455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506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0" r:id="rId1"/>
    <p:sldLayoutId id="2147484571" r:id="rId2"/>
    <p:sldLayoutId id="2147484572" r:id="rId3"/>
    <p:sldLayoutId id="2147484573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FB00BC-7028-4E03-B9D9-73D5B298BA0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93DD0-B007-405E-997F-1567A090A8A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0684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5" r:id="rId1"/>
    <p:sldLayoutId id="2147484576" r:id="rId2"/>
    <p:sldLayoutId id="2147484577" r:id="rId3"/>
    <p:sldLayoutId id="2147484578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62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82" r:id="rId3"/>
    <p:sldLayoutId id="2147484583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FB00BC-7028-4E03-B9D9-73D5B298BA0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93DD0-B007-405E-997F-1567A090A8A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40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7" r:id="rId1"/>
    <p:sldLayoutId id="2147484598" r:id="rId2"/>
    <p:sldLayoutId id="2147484599" r:id="rId3"/>
    <p:sldLayoutId id="214748460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9928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4" r:id="rId1"/>
    <p:sldLayoutId id="2147484615" r:id="rId2"/>
    <p:sldLayoutId id="2147484616" r:id="rId3"/>
    <p:sldLayoutId id="214748461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FB00BC-7028-4E03-B9D9-73D5B298BA0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93DD0-B007-405E-997F-1567A090A8A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488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9" r:id="rId1"/>
    <p:sldLayoutId id="2147484620" r:id="rId2"/>
    <p:sldLayoutId id="2147484621" r:id="rId3"/>
    <p:sldLayoutId id="214748462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054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FB00BC-7028-4E03-B9D9-73D5B298BA0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93DD0-B007-405E-997F-1567A090A8A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170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1" r:id="rId1"/>
    <p:sldLayoutId id="2147484642" r:id="rId2"/>
    <p:sldLayoutId id="2147484643" r:id="rId3"/>
    <p:sldLayoutId id="214748464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FB00BC-7028-4E03-B9D9-73D5B298BA0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93DD0-B007-405E-997F-1567A090A8A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911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8" r:id="rId1"/>
    <p:sldLayoutId id="2147484659" r:id="rId2"/>
    <p:sldLayoutId id="2147484660" r:id="rId3"/>
    <p:sldLayoutId id="214748466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FB00BC-7028-4E03-B9D9-73D5B298BA0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93DD0-B007-405E-997F-1567A090A8A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32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5" r:id="rId1"/>
    <p:sldLayoutId id="2147484676" r:id="rId2"/>
    <p:sldLayoutId id="2147484677" r:id="rId3"/>
    <p:sldLayoutId id="2147484678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404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0" r:id="rId1"/>
    <p:sldLayoutId id="2147484681" r:id="rId2"/>
    <p:sldLayoutId id="2147484682" r:id="rId3"/>
    <p:sldLayoutId id="2147484683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FB00BC-7028-4E03-B9D9-73D5B298BA0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93DD0-B007-405E-997F-1567A090A8A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621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7" r:id="rId1"/>
    <p:sldLayoutId id="2147484698" r:id="rId2"/>
    <p:sldLayoutId id="2147484699" r:id="rId3"/>
    <p:sldLayoutId id="214748470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3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2" r:id="rId1"/>
    <p:sldLayoutId id="2147484703" r:id="rId2"/>
    <p:sldLayoutId id="2147484704" r:id="rId3"/>
    <p:sldLayoutId id="214748470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37F3309-223C-47C3-8FAD-991935CECE9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E837DCF-01DB-400D-B2D1-40282C27A1A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885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7" r:id="rId1"/>
    <p:sldLayoutId id="2147484708" r:id="rId2"/>
    <p:sldLayoutId id="2147484709" r:id="rId3"/>
    <p:sldLayoutId id="214748471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085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4" r:id="rId1"/>
    <p:sldLayoutId id="2147484725" r:id="rId2"/>
    <p:sldLayoutId id="2147484726" r:id="rId3"/>
    <p:sldLayoutId id="214748472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521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1" r:id="rId1"/>
    <p:sldLayoutId id="2147484742" r:id="rId2"/>
    <p:sldLayoutId id="2147484743" r:id="rId3"/>
    <p:sldLayoutId id="2147484744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9F27C33-C3F4-4C9A-A9CA-0DCB9814C6DE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E52F97C-70F1-4C2F-AC77-933E44FE3136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092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6" r:id="rId1"/>
    <p:sldLayoutId id="2147484747" r:id="rId2"/>
    <p:sldLayoutId id="2147484748" r:id="rId3"/>
    <p:sldLayoutId id="2147484749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399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AD0C8A8-9FF9-4DD9-BA6B-31DF14C562CB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CDA833-A411-425A-BFFD-629F7FD8B7CC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prstClr val="black"/>
                  </a:solidFill>
                  <a:cs typeface="Arial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461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8" r:id="rId1"/>
    <p:sldLayoutId id="2147484769" r:id="rId2"/>
    <p:sldLayoutId id="2147484770" r:id="rId3"/>
    <p:sldLayoutId id="214748477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D77A65E-D41F-46A8-885F-A98DA4132C63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952C8C-422F-467E-BC7E-BD89064B6B61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644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7" r:id="rId1"/>
    <p:sldLayoutId id="2147484798" r:id="rId2"/>
    <p:sldLayoutId id="2147484799" r:id="rId3"/>
    <p:sldLayoutId id="214748480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722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063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3" r:id="rId1"/>
    <p:sldLayoutId id="2147484844" r:id="rId2"/>
    <p:sldLayoutId id="2147484845" r:id="rId3"/>
    <p:sldLayoutId id="214748484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100ED94-BB5A-489A-9235-DE09CC66BA2A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46094D-8174-4AB2-AD35-D1DE8BC68F6F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151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8" r:id="rId1"/>
    <p:sldLayoutId id="2147484849" r:id="rId2"/>
    <p:sldLayoutId id="2147484850" r:id="rId3"/>
    <p:sldLayoutId id="214748485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9" r:id="rId1"/>
    <p:sldLayoutId id="2147484890" r:id="rId2"/>
    <p:sldLayoutId id="2147484891" r:id="rId3"/>
    <p:sldLayoutId id="214748489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370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4" r:id="rId1"/>
    <p:sldLayoutId id="2147484895" r:id="rId2"/>
    <p:sldLayoutId id="2147484896" r:id="rId3"/>
    <p:sldLayoutId id="214748489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FC8EB53-4E07-4E30-8C8F-679F911EB38A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2F3038-2906-4D08-9859-A3CB5DEF3CB4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474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1" r:id="rId1"/>
    <p:sldLayoutId id="2147484912" r:id="rId2"/>
    <p:sldLayoutId id="2147484913" r:id="rId3"/>
    <p:sldLayoutId id="214748491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544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8" r:id="rId1"/>
    <p:sldLayoutId id="2147484929" r:id="rId2"/>
    <p:sldLayoutId id="2147484930" r:id="rId3"/>
    <p:sldLayoutId id="214748493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8E14E6-504B-4C57-84D1-CD0F2B8E7BDB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8D72D3-8512-4EC9-B8B7-28B7AE8B2E67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420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004DBA-8536-4E1C-A42F-FB299174569F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F8FE9B-66FC-4F5C-B8C7-79D373CD36AF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705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0" r:id="rId1"/>
    <p:sldLayoutId id="2147484951" r:id="rId2"/>
    <p:sldLayoutId id="2147484952" r:id="rId3"/>
    <p:sldLayoutId id="2147484953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6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7" r:id="rId1"/>
    <p:sldLayoutId id="2147484968" r:id="rId2"/>
    <p:sldLayoutId id="2147484969" r:id="rId3"/>
    <p:sldLayoutId id="2147484970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B6E0673-CA7B-44A8-810E-53D01E2999E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5780BBF-2918-40ED-B43B-EE2376BC987A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93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4" r:id="rId1"/>
    <p:sldLayoutId id="2147484985" r:id="rId2"/>
    <p:sldLayoutId id="2147484986" r:id="rId3"/>
    <p:sldLayoutId id="214748498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998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9" r:id="rId1"/>
    <p:sldLayoutId id="2147484990" r:id="rId2"/>
    <p:sldLayoutId id="2147484991" r:id="rId3"/>
    <p:sldLayoutId id="214748499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CFC5B5-33A9-410B-B746-2987CA5EB3DA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30810FF-F82A-4A17-949A-CD671CEA2DC5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463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4" r:id="rId1"/>
    <p:sldLayoutId id="2147484995" r:id="rId2"/>
    <p:sldLayoutId id="2147484996" r:id="rId3"/>
    <p:sldLayoutId id="214748499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755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9" r:id="rId1"/>
    <p:sldLayoutId id="2147485000" r:id="rId2"/>
    <p:sldLayoutId id="2147485001" r:id="rId3"/>
    <p:sldLayoutId id="214748500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83ACD742-C64F-49BE-8537-D69972363BD1}" type="datetime8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19/مه/8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CCA36535-F0F4-4289-B2E4-112131B07C3A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 rtl="1"/>
              <a:t>‹#›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1">
                <a:defRPr/>
              </a:pP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r" rtl="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8" name="Picture 0" descr="New Picture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</p:spPr>
      </p:pic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8154310" y="154169"/>
            <a:ext cx="837767" cy="914400"/>
            <a:chOff x="4764" y="0"/>
            <a:chExt cx="774" cy="816"/>
          </a:xfrm>
        </p:grpSpPr>
        <p:pic>
          <p:nvPicPr>
            <p:cNvPr id="20" name="Picture 12" descr="PetroPars logo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638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8" r:id="rId1"/>
    <p:sldLayoutId id="2147485029" r:id="rId2"/>
    <p:sldLayoutId id="2147485030" r:id="rId3"/>
    <p:sldLayoutId id="214748503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30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AA32B45-F960-4EC9-90BF-68A5936816B7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30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30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371E34B-4F06-4C58-9822-EEB29C330FBE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591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7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A23C4EC-FA8E-4BD4-8409-B6A8B4B86C9E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713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713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8C8BF3-6443-4786-9F6A-67AE674976EA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fa-IR">
                <a:solidFill>
                  <a:prstClr val="black"/>
                </a:solidFill>
                <a:latin typeface="Arial" pitchFamily="34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fa-IR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090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4" r:id="rId1"/>
    <p:sldLayoutId id="2147485075" r:id="rId2"/>
    <p:sldLayoutId id="2147485076" r:id="rId3"/>
    <p:sldLayoutId id="214748507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-3230563" y="1143000"/>
            <a:ext cx="4038601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96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03F375-D364-4D4F-BF15-739D0783B631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5/8/2019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96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966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47501A-B541-40F4-9A78-D135A33D98BF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9"/>
          <p:cNvGrpSpPr>
            <a:grpSpLocks/>
          </p:cNvGrpSpPr>
          <p:nvPr userDrawn="1"/>
        </p:nvGrpSpPr>
        <p:grpSpPr bwMode="auto">
          <a:xfrm>
            <a:off x="-3222625" y="304800"/>
            <a:ext cx="11909425" cy="4038600"/>
            <a:chOff x="-2030" y="192"/>
            <a:chExt cx="7502" cy="2544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 userDrawn="1"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prstClr val="black"/>
                </a:solidFill>
                <a:cs typeface="Arial" charset="0"/>
              </a:endParaRPr>
            </a:p>
          </p:txBody>
        </p:sp>
      </p:grpSp>
      <p:sp>
        <p:nvSpPr>
          <p:cNvPr id="1033" name="Line 14"/>
          <p:cNvSpPr>
            <a:spLocks noChangeShapeType="1"/>
          </p:cNvSpPr>
          <p:nvPr userDrawn="1"/>
        </p:nvSpPr>
        <p:spPr bwMode="auto">
          <a:xfrm>
            <a:off x="468351" y="1196975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034" name="Picture 0" descr="New Picture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2" y="215900"/>
            <a:ext cx="9429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5" name="Group 11"/>
          <p:cNvGrpSpPr>
            <a:grpSpLocks/>
          </p:cNvGrpSpPr>
          <p:nvPr userDrawn="1"/>
        </p:nvGrpSpPr>
        <p:grpSpPr bwMode="auto">
          <a:xfrm>
            <a:off x="8153400" y="153988"/>
            <a:ext cx="838200" cy="914400"/>
            <a:chOff x="4764" y="0"/>
            <a:chExt cx="774" cy="816"/>
          </a:xfrm>
        </p:grpSpPr>
        <p:pic>
          <p:nvPicPr>
            <p:cNvPr id="1036" name="Picture 12" descr="PetroPars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5" y="0"/>
              <a:ext cx="694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4764" y="612"/>
              <a:ext cx="774" cy="20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smtClean="0">
                  <a:solidFill>
                    <a:prstClr val="black"/>
                  </a:solidFill>
                  <a:latin typeface="Calibri" panose="020F0502020204030204" pitchFamily="34" charset="0"/>
                </a:rPr>
                <a:t>Petropars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946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3" r:id="rId1"/>
    <p:sldLayoutId id="2147485104" r:id="rId2"/>
    <p:sldLayoutId id="2147485105" r:id="rId3"/>
    <p:sldLayoutId id="214748510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1.emf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Well Watch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Well Watch Integrated Data Management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85473" y="5702089"/>
            <a:ext cx="5375435" cy="273844"/>
          </a:xfrm>
        </p:spPr>
        <p:txBody>
          <a:bodyPr/>
          <a:lstStyle/>
          <a:p>
            <a:r>
              <a:rPr lang="en-US" dirty="0" smtClean="0"/>
              <a:t>Prepared by Software Developer Team (</a:t>
            </a:r>
            <a:r>
              <a:rPr lang="en-US" dirty="0" err="1" smtClean="0"/>
              <a:t>Madjid</a:t>
            </a:r>
            <a:r>
              <a:rPr lang="en-US" dirty="0" smtClean="0"/>
              <a:t> Goudarzi/Abbas Arab Ansari)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99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Capabilities &amp; Main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480617"/>
              </p:ext>
            </p:extLst>
          </p:nvPr>
        </p:nvGraphicFramePr>
        <p:xfrm>
          <a:off x="990600" y="1524000"/>
          <a:ext cx="73914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157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5303703" y="3078680"/>
            <a:ext cx="2917396" cy="457200"/>
            <a:chOff x="5416582" y="5565544"/>
            <a:chExt cx="2917396" cy="457200"/>
          </a:xfrm>
        </p:grpSpPr>
        <p:sp>
          <p:nvSpPr>
            <p:cNvPr id="21" name="TextBox 20"/>
            <p:cNvSpPr txBox="1"/>
            <p:nvPr/>
          </p:nvSpPr>
          <p:spPr>
            <a:xfrm>
              <a:off x="5870813" y="5642481"/>
              <a:ext cx="246316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Invoice.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6582" y="5565544"/>
              <a:ext cx="457200" cy="457200"/>
            </a:xfrm>
            <a:prstGeom prst="rect">
              <a:avLst/>
            </a:prstGeom>
          </p:spPr>
        </p:pic>
      </p:grp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1163434" y="0"/>
            <a:ext cx="6447501" cy="115446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Well-Watch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Modules &amp; Relations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014209" y="3078680"/>
            <a:ext cx="2920365" cy="457200"/>
            <a:chOff x="5614035" y="2133600"/>
            <a:chExt cx="2920365" cy="457200"/>
          </a:xfrm>
        </p:grpSpPr>
        <p:pic>
          <p:nvPicPr>
            <p:cNvPr id="22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614035" y="2133600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6071235" y="2223700"/>
              <a:ext cx="246316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Change &amp; Claims</a:t>
              </a:r>
              <a:r>
                <a:rPr lang="en-US" sz="1350" dirty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.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52151" y="6150961"/>
            <a:ext cx="2130187" cy="457200"/>
            <a:chOff x="5642213" y="3056050"/>
            <a:chExt cx="2130187" cy="457200"/>
          </a:xfrm>
        </p:grpSpPr>
        <p:pic>
          <p:nvPicPr>
            <p:cNvPr id="24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642213" y="3056050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>
              <a:off x="6099413" y="3146150"/>
              <a:ext cx="167298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Internal </a:t>
              </a:r>
              <a:r>
                <a:rPr lang="en-US" sz="1350" dirty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Message.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425259" y="3075915"/>
            <a:ext cx="1608836" cy="459486"/>
            <a:chOff x="1375014" y="1981200"/>
            <a:chExt cx="1608836" cy="459486"/>
          </a:xfrm>
        </p:grpSpPr>
        <p:sp>
          <p:nvSpPr>
            <p:cNvPr id="10" name="TextBox 9"/>
            <p:cNvSpPr txBox="1"/>
            <p:nvPr/>
          </p:nvSpPr>
          <p:spPr>
            <a:xfrm>
              <a:off x="1832213" y="2072443"/>
              <a:ext cx="115163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Main </a:t>
              </a:r>
              <a:r>
                <a:rPr lang="en-US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5"/>
            <a:srcRect l="25187" t="72836" r="67424" b="15423"/>
            <a:stretch/>
          </p:blipFill>
          <p:spPr>
            <a:xfrm>
              <a:off x="1375014" y="1981200"/>
              <a:ext cx="514001" cy="459486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6974628" y="3024231"/>
            <a:ext cx="1745777" cy="450377"/>
            <a:chOff x="2947035" y="2586591"/>
            <a:chExt cx="1745777" cy="450377"/>
          </a:xfrm>
        </p:grpSpPr>
        <p:sp>
          <p:nvSpPr>
            <p:cNvPr id="12" name="TextBox 11"/>
            <p:cNvSpPr txBox="1"/>
            <p:nvPr/>
          </p:nvSpPr>
          <p:spPr>
            <a:xfrm>
              <a:off x="3404236" y="2672566"/>
              <a:ext cx="12885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Dispatcher.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6"/>
            <a:srcRect l="91459" t="37630" r="5152" b="56346"/>
            <a:stretch/>
          </p:blipFill>
          <p:spPr>
            <a:xfrm>
              <a:off x="2947035" y="2586591"/>
              <a:ext cx="450376" cy="450377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1106481" y="6101376"/>
            <a:ext cx="2514600" cy="453788"/>
            <a:chOff x="1371600" y="4038600"/>
            <a:chExt cx="2514600" cy="45378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4038600"/>
              <a:ext cx="453788" cy="453788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832213" y="4128700"/>
              <a:ext cx="205398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Personnel </a:t>
              </a:r>
              <a:r>
                <a:rPr lang="en-US" sz="1350" dirty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Evaluation.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029008" y="5010028"/>
            <a:ext cx="6716352" cy="457200"/>
            <a:chOff x="1375013" y="3200400"/>
            <a:chExt cx="6716352" cy="457200"/>
          </a:xfrm>
          <a:solidFill>
            <a:schemeClr val="bg1"/>
          </a:solidFill>
        </p:grpSpPr>
        <p:pic>
          <p:nvPicPr>
            <p:cNvPr id="17" name="Picture 7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5013" y="3200400"/>
              <a:ext cx="457200" cy="457200"/>
            </a:xfrm>
            <a:prstGeom prst="rect">
              <a:avLst/>
            </a:prstGeom>
            <a:solidFill>
              <a:srgbClr val="FFFFFF"/>
            </a:solidFill>
            <a:extLst/>
          </p:spPr>
        </p:pic>
        <p:sp>
          <p:nvSpPr>
            <p:cNvPr id="20" name="TextBox 19"/>
            <p:cNvSpPr txBox="1"/>
            <p:nvPr/>
          </p:nvSpPr>
          <p:spPr>
            <a:xfrm>
              <a:off x="1832213" y="3290500"/>
              <a:ext cx="6259152" cy="30008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Archive </a:t>
              </a:r>
              <a:r>
                <a:rPr lang="en-US" sz="1350" dirty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Viewer</a:t>
              </a:r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  <a:hlinkClick r:id="" action="ppaction://noaction"/>
                </a:rPr>
                <a:t>.</a:t>
              </a:r>
              <a:r>
                <a:rPr lang="en-US" sz="13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(As storage base)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675" y="1214044"/>
            <a:ext cx="430649" cy="5385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76971" y="1804337"/>
            <a:ext cx="5990058" cy="3000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document/data from user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Elbow Connector 35"/>
          <p:cNvCxnSpPr>
            <a:stCxn id="32" idx="2"/>
            <a:endCxn id="3" idx="0"/>
          </p:cNvCxnSpPr>
          <p:nvPr/>
        </p:nvCxnSpPr>
        <p:spPr>
          <a:xfrm rot="16200000" flipH="1">
            <a:off x="5426002" y="1250417"/>
            <a:ext cx="919812" cy="2627816"/>
          </a:xfrm>
          <a:prstGeom prst="bentConnector3">
            <a:avLst>
              <a:gd name="adj1" fmla="val 538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32" idx="1"/>
            <a:endCxn id="20" idx="0"/>
          </p:cNvCxnSpPr>
          <p:nvPr/>
        </p:nvCxnSpPr>
        <p:spPr>
          <a:xfrm rot="10800000" flipH="1" flipV="1">
            <a:off x="1576970" y="1954378"/>
            <a:ext cx="3038813" cy="3145750"/>
          </a:xfrm>
          <a:prstGeom prst="bentConnector4">
            <a:avLst>
              <a:gd name="adj1" fmla="val -7523"/>
              <a:gd name="adj2" fmla="val 857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3" idx="2"/>
            <a:endCxn id="20" idx="0"/>
          </p:cNvCxnSpPr>
          <p:nvPr/>
        </p:nvCxnSpPr>
        <p:spPr>
          <a:xfrm rot="5400000">
            <a:off x="5095040" y="2995352"/>
            <a:ext cx="1625520" cy="2584032"/>
          </a:xfrm>
          <a:prstGeom prst="bentConnector3">
            <a:avLst>
              <a:gd name="adj1" fmla="val 726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32" idx="2"/>
            <a:endCxn id="22" idx="0"/>
          </p:cNvCxnSpPr>
          <p:nvPr/>
        </p:nvCxnSpPr>
        <p:spPr>
          <a:xfrm rot="5400000">
            <a:off x="3420275" y="1926954"/>
            <a:ext cx="974261" cy="13291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stCxn id="32" idx="2"/>
            <a:endCxn id="16" idx="0"/>
          </p:cNvCxnSpPr>
          <p:nvPr/>
        </p:nvCxnSpPr>
        <p:spPr>
          <a:xfrm rot="16200000" flipH="1">
            <a:off x="4565021" y="2111397"/>
            <a:ext cx="974261" cy="9603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16" idx="2"/>
            <a:endCxn id="20" idx="0"/>
          </p:cNvCxnSpPr>
          <p:nvPr/>
        </p:nvCxnSpPr>
        <p:spPr>
          <a:xfrm rot="5400000">
            <a:off x="4291920" y="3859745"/>
            <a:ext cx="1564248" cy="9165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32" idx="2"/>
            <a:endCxn id="2" idx="0"/>
          </p:cNvCxnSpPr>
          <p:nvPr/>
        </p:nvCxnSpPr>
        <p:spPr>
          <a:xfrm rot="5400000">
            <a:off x="2641382" y="1145297"/>
            <a:ext cx="971496" cy="2889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>
            <a:stCxn id="22" idx="2"/>
            <a:endCxn id="20" idx="0"/>
          </p:cNvCxnSpPr>
          <p:nvPr/>
        </p:nvCxnSpPr>
        <p:spPr>
          <a:xfrm rot="16200000" flipH="1">
            <a:off x="3147172" y="3631516"/>
            <a:ext cx="1564248" cy="13729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>
            <a:stCxn id="2" idx="2"/>
            <a:endCxn id="20" idx="0"/>
          </p:cNvCxnSpPr>
          <p:nvPr/>
        </p:nvCxnSpPr>
        <p:spPr>
          <a:xfrm rot="16200000" flipH="1">
            <a:off x="2366659" y="2851002"/>
            <a:ext cx="1564727" cy="29335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8001000" y="5727661"/>
            <a:ext cx="719405" cy="642994"/>
            <a:chOff x="6847624" y="5855384"/>
            <a:chExt cx="719405" cy="642994"/>
          </a:xfrm>
        </p:grpSpPr>
        <p:pic>
          <p:nvPicPr>
            <p:cNvPr id="93" name="Picture 9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89516" y="5855384"/>
              <a:ext cx="430649" cy="538556"/>
            </a:xfrm>
            <a:prstGeom prst="rect">
              <a:avLst/>
            </a:prstGeom>
          </p:spPr>
        </p:pic>
        <p:pic>
          <p:nvPicPr>
            <p:cNvPr id="94" name="Picture 9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36380" y="5907603"/>
              <a:ext cx="430649" cy="538556"/>
            </a:xfrm>
            <a:prstGeom prst="rect">
              <a:avLst/>
            </a:prstGeom>
          </p:spPr>
        </p:pic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47624" y="5959822"/>
              <a:ext cx="430649" cy="538556"/>
            </a:xfrm>
            <a:prstGeom prst="rect">
              <a:avLst/>
            </a:prstGeom>
          </p:spPr>
        </p:pic>
      </p:grpSp>
      <p:sp>
        <p:nvSpPr>
          <p:cNvPr id="97" name="TextBox 96"/>
          <p:cNvSpPr txBox="1"/>
          <p:nvPr/>
        </p:nvSpPr>
        <p:spPr>
          <a:xfrm>
            <a:off x="7745360" y="6379561"/>
            <a:ext cx="12002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Final Users</a:t>
            </a:r>
            <a:endParaRPr lang="en-US" dirty="0"/>
          </a:p>
        </p:txBody>
      </p:sp>
      <p:cxnSp>
        <p:nvCxnSpPr>
          <p:cNvPr id="101" name="Elbow Connector 100"/>
          <p:cNvCxnSpPr>
            <a:stCxn id="3" idx="2"/>
            <a:endCxn id="93" idx="0"/>
          </p:cNvCxnSpPr>
          <p:nvPr/>
        </p:nvCxnSpPr>
        <p:spPr>
          <a:xfrm rot="16200000" flipH="1">
            <a:off x="6652490" y="4021933"/>
            <a:ext cx="2253053" cy="1158401"/>
          </a:xfrm>
          <a:prstGeom prst="bentConnector3">
            <a:avLst>
              <a:gd name="adj1" fmla="val 52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/>
          <p:cNvCxnSpPr>
            <a:stCxn id="95" idx="1"/>
            <a:endCxn id="25" idx="3"/>
          </p:cNvCxnSpPr>
          <p:nvPr/>
        </p:nvCxnSpPr>
        <p:spPr>
          <a:xfrm rot="10800000" flipV="1">
            <a:off x="7182338" y="6101376"/>
            <a:ext cx="818662" cy="289725"/>
          </a:xfrm>
          <a:prstGeom prst="bentConnector3">
            <a:avLst>
              <a:gd name="adj1" fmla="val 50000"/>
            </a:avLst>
          </a:prstGeom>
          <a:ln>
            <a:headEnd type="stealt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/>
          <p:cNvCxnSpPr>
            <a:stCxn id="24" idx="0"/>
            <a:endCxn id="20" idx="2"/>
          </p:cNvCxnSpPr>
          <p:nvPr/>
        </p:nvCxnSpPr>
        <p:spPr>
          <a:xfrm rot="16200000" flipV="1">
            <a:off x="4572893" y="5443102"/>
            <a:ext cx="750751" cy="664967"/>
          </a:xfrm>
          <a:prstGeom prst="bentConnector3">
            <a:avLst>
              <a:gd name="adj1" fmla="val 50000"/>
            </a:avLst>
          </a:prstGeom>
          <a:ln>
            <a:headEnd type="stealt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102422" y="4495679"/>
            <a:ext cx="113479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 smtClean="0"/>
              <a:t>Upload directly</a:t>
            </a:r>
            <a:endParaRPr lang="en-US" sz="1200" dirty="0"/>
          </a:p>
        </p:txBody>
      </p:sp>
      <p:sp>
        <p:nvSpPr>
          <p:cNvPr id="115" name="TextBox 114"/>
          <p:cNvSpPr txBox="1"/>
          <p:nvPr/>
        </p:nvSpPr>
        <p:spPr>
          <a:xfrm>
            <a:off x="4796309" y="4495679"/>
            <a:ext cx="133543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 smtClean="0"/>
              <a:t>Automatic Archive</a:t>
            </a:r>
            <a:endParaRPr lang="en-US" sz="12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818942" y="4823129"/>
            <a:ext cx="107119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 smtClean="0"/>
              <a:t>Auto-Dispatch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452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63131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Dispatching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idx="1"/>
          </p:nvPr>
        </p:nvSpPr>
        <p:spPr>
          <a:xfrm>
            <a:off x="832576" y="1371600"/>
            <a:ext cx="4571999" cy="19702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Conventional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rig sends reports/emails directly to final users.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rig must update recipient list occasionally.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office one/more person(s) must archive and categorize all received files.</a:t>
            </a:r>
          </a:p>
        </p:txBody>
      </p:sp>
      <p:sp>
        <p:nvSpPr>
          <p:cNvPr id="25" name="Text Placeholder 4"/>
          <p:cNvSpPr txBox="1">
            <a:spLocks/>
          </p:cNvSpPr>
          <p:nvPr/>
        </p:nvSpPr>
        <p:spPr>
          <a:xfrm>
            <a:off x="4516976" y="4082926"/>
            <a:ext cx="4627024" cy="274036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Well-Watch (Dispatcher):</a:t>
            </a:r>
            <a:endParaRPr lang="en-US" sz="3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Rigs emails reports to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“Data-Master”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email center, and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“Data-Master”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will distribute them to final users automatically.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list defined and modified by administrator at Tehran office.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well-watch will archive and categorize received reports automatically 24-7. </a:t>
            </a:r>
          </a:p>
        </p:txBody>
      </p:sp>
      <p:grpSp>
        <p:nvGrpSpPr>
          <p:cNvPr id="4" name="Group 3"/>
          <p:cNvGrpSpPr/>
          <p:nvPr/>
        </p:nvGrpSpPr>
        <p:grpSpPr>
          <a:xfrm flipH="1">
            <a:off x="158307" y="4438794"/>
            <a:ext cx="4358669" cy="2109818"/>
            <a:chOff x="4984068" y="4012428"/>
            <a:chExt cx="3906793" cy="1833218"/>
          </a:xfrm>
        </p:grpSpPr>
        <p:grpSp>
          <p:nvGrpSpPr>
            <p:cNvPr id="28" name="Group 27"/>
            <p:cNvGrpSpPr/>
            <p:nvPr/>
          </p:nvGrpSpPr>
          <p:grpSpPr>
            <a:xfrm>
              <a:off x="5318549" y="4012428"/>
              <a:ext cx="3572312" cy="1833218"/>
              <a:chOff x="130629" y="101601"/>
              <a:chExt cx="11879006" cy="6096000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677185" y="2595840"/>
                <a:ext cx="1332450" cy="1666320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43735" y="2589480"/>
                <a:ext cx="1675080" cy="1679040"/>
              </a:xfrm>
              <a:prstGeom prst="rect">
                <a:avLst/>
              </a:prstGeom>
            </p:spPr>
          </p:pic>
          <p:sp>
            <p:nvSpPr>
              <p:cNvPr id="36" name="Left-Right Arrow 35"/>
              <p:cNvSpPr/>
              <p:nvPr/>
            </p:nvSpPr>
            <p:spPr>
              <a:xfrm>
                <a:off x="8229600" y="3329130"/>
                <a:ext cx="2336800" cy="238991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30629" y="101601"/>
                <a:ext cx="464457" cy="6096000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/>
                  </a:gs>
                  <a:gs pos="50000">
                    <a:srgbClr val="FFFF00"/>
                  </a:gs>
                  <a:gs pos="100000">
                    <a:srgbClr val="00B050"/>
                  </a:gs>
                </a:gsLst>
                <a:lin ang="162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2" name="Chevron 51"/>
              <p:cNvSpPr/>
              <p:nvPr/>
            </p:nvSpPr>
            <p:spPr>
              <a:xfrm rot="10800000">
                <a:off x="807149" y="2900464"/>
                <a:ext cx="667657" cy="667657"/>
              </a:xfrm>
              <a:prstGeom prst="chevron">
                <a:avLst/>
              </a:prstGeom>
              <a:solidFill>
                <a:srgbClr val="FFC000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503154" y="1455572"/>
                <a:ext cx="4076118" cy="1107579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Well-Watch:</a:t>
                </a:r>
              </a:p>
            </p:txBody>
          </p:sp>
          <p:cxnSp>
            <p:nvCxnSpPr>
              <p:cNvPr id="54" name="Elbow Connector 53"/>
              <p:cNvCxnSpPr>
                <a:stCxn id="34" idx="1"/>
              </p:cNvCxnSpPr>
              <p:nvPr/>
            </p:nvCxnSpPr>
            <p:spPr>
              <a:xfrm rot="10800000">
                <a:off x="3023757" y="1092200"/>
                <a:ext cx="3419979" cy="233680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Elbow Connector 54"/>
              <p:cNvCxnSpPr>
                <a:stCxn id="34" idx="1"/>
              </p:cNvCxnSpPr>
              <p:nvPr/>
            </p:nvCxnSpPr>
            <p:spPr>
              <a:xfrm rot="10800000">
                <a:off x="3023755" y="1682668"/>
                <a:ext cx="3419981" cy="1746332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Elbow Connector 55"/>
              <p:cNvCxnSpPr>
                <a:stCxn id="34" idx="1"/>
              </p:cNvCxnSpPr>
              <p:nvPr/>
            </p:nvCxnSpPr>
            <p:spPr>
              <a:xfrm rot="10800000">
                <a:off x="3023755" y="2273134"/>
                <a:ext cx="3419981" cy="1155867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Elbow Connector 56"/>
              <p:cNvCxnSpPr>
                <a:stCxn id="34" idx="1"/>
              </p:cNvCxnSpPr>
              <p:nvPr/>
            </p:nvCxnSpPr>
            <p:spPr>
              <a:xfrm rot="10800000">
                <a:off x="3023755" y="2863602"/>
                <a:ext cx="3419981" cy="565398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Elbow Connector 57"/>
              <p:cNvCxnSpPr>
                <a:stCxn id="34" idx="1"/>
              </p:cNvCxnSpPr>
              <p:nvPr/>
            </p:nvCxnSpPr>
            <p:spPr>
              <a:xfrm rot="10800000" flipV="1">
                <a:off x="3023755" y="3428999"/>
                <a:ext cx="3419981" cy="25067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Elbow Connector 58"/>
              <p:cNvCxnSpPr>
                <a:stCxn id="34" idx="1"/>
              </p:cNvCxnSpPr>
              <p:nvPr/>
            </p:nvCxnSpPr>
            <p:spPr>
              <a:xfrm rot="10800000" flipV="1">
                <a:off x="3016479" y="3428999"/>
                <a:ext cx="3427257" cy="615535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Elbow Connector 59"/>
              <p:cNvCxnSpPr>
                <a:stCxn id="34" idx="1"/>
              </p:cNvCxnSpPr>
              <p:nvPr/>
            </p:nvCxnSpPr>
            <p:spPr>
              <a:xfrm rot="10800000" flipV="1">
                <a:off x="3023755" y="3428999"/>
                <a:ext cx="3419981" cy="1209363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Elbow Connector 60"/>
              <p:cNvCxnSpPr>
                <a:stCxn id="34" idx="1"/>
              </p:cNvCxnSpPr>
              <p:nvPr/>
            </p:nvCxnSpPr>
            <p:spPr>
              <a:xfrm rot="10800000" flipV="1">
                <a:off x="3023755" y="3428999"/>
                <a:ext cx="3419981" cy="1805647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/>
              <p:cNvSpPr txBox="1"/>
              <p:nvPr/>
            </p:nvSpPr>
            <p:spPr>
              <a:xfrm>
                <a:off x="8229598" y="2667590"/>
                <a:ext cx="2263789" cy="844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E-Mail</a:t>
                </a:r>
              </a:p>
            </p:txBody>
          </p:sp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3" y="796901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64" name="Picture 6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1387368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65" name="Picture 6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1977835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2568302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3158769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68" name="Picture 6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44215" y="3749238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69" name="Picture 6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4343065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70" name="Picture 6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4939349"/>
                <a:ext cx="472261" cy="590595"/>
              </a:xfrm>
              <a:prstGeom prst="rect">
                <a:avLst/>
              </a:prstGeom>
            </p:spPr>
          </p:pic>
          <p:sp>
            <p:nvSpPr>
              <p:cNvPr id="71" name="TextBox 70"/>
              <p:cNvSpPr txBox="1"/>
              <p:nvPr/>
            </p:nvSpPr>
            <p:spPr>
              <a:xfrm>
                <a:off x="4228490" y="2734438"/>
                <a:ext cx="2794988" cy="88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Dispatch</a:t>
                </a:r>
                <a:endParaRPr lang="en-US" sz="1100" dirty="0"/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 rot="16200000">
              <a:off x="4574093" y="4751604"/>
              <a:ext cx="1189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Risk Level</a:t>
              </a:r>
              <a:endParaRPr lang="en-US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782306" y="1371600"/>
            <a:ext cx="3306670" cy="1970232"/>
            <a:chOff x="5782306" y="1371600"/>
            <a:chExt cx="3306670" cy="1970232"/>
          </a:xfrm>
        </p:grpSpPr>
        <p:grpSp>
          <p:nvGrpSpPr>
            <p:cNvPr id="26" name="Group 25"/>
            <p:cNvGrpSpPr/>
            <p:nvPr/>
          </p:nvGrpSpPr>
          <p:grpSpPr>
            <a:xfrm>
              <a:off x="5782306" y="1371600"/>
              <a:ext cx="3306670" cy="1970232"/>
              <a:chOff x="130629" y="101601"/>
              <a:chExt cx="10231012" cy="6096000"/>
            </a:xfrm>
          </p:grpSpPr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29191" y="2378215"/>
                <a:ext cx="1332450" cy="1666320"/>
              </a:xfrm>
              <a:prstGeom prst="rect">
                <a:avLst/>
              </a:prstGeom>
            </p:spPr>
          </p:pic>
          <p:sp>
            <p:nvSpPr>
              <p:cNvPr id="29" name="Rectangle 28"/>
              <p:cNvSpPr/>
              <p:nvPr/>
            </p:nvSpPr>
            <p:spPr>
              <a:xfrm>
                <a:off x="130629" y="101601"/>
                <a:ext cx="464457" cy="6096000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/>
                  </a:gs>
                  <a:gs pos="50000">
                    <a:srgbClr val="FFFF00"/>
                  </a:gs>
                  <a:gs pos="100000">
                    <a:srgbClr val="00B050"/>
                  </a:gs>
                </a:gsLst>
                <a:lin ang="162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0" name="Chevron 29"/>
              <p:cNvSpPr/>
              <p:nvPr/>
            </p:nvSpPr>
            <p:spPr>
              <a:xfrm rot="10800000">
                <a:off x="807149" y="5529944"/>
                <a:ext cx="667657" cy="667657"/>
              </a:xfrm>
              <a:prstGeom prst="chevron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3" y="796901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1387368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1977835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2568302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3158769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44215" y="3749238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4343065"/>
                <a:ext cx="472261" cy="590595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51491" y="4939349"/>
                <a:ext cx="472261" cy="590595"/>
              </a:xfrm>
              <a:prstGeom prst="rect">
                <a:avLst/>
              </a:prstGeom>
            </p:spPr>
          </p:pic>
          <p:cxnSp>
            <p:nvCxnSpPr>
              <p:cNvPr id="43" name="Elbow Connector 42"/>
              <p:cNvCxnSpPr>
                <a:stCxn id="27" idx="1"/>
                <a:endCxn id="32" idx="3"/>
              </p:cNvCxnSpPr>
              <p:nvPr/>
            </p:nvCxnSpPr>
            <p:spPr>
              <a:xfrm rot="10800000">
                <a:off x="3023755" y="1092199"/>
                <a:ext cx="6005437" cy="2119176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Elbow Connector 43"/>
              <p:cNvCxnSpPr>
                <a:stCxn id="27" idx="1"/>
                <a:endCxn id="33" idx="3"/>
              </p:cNvCxnSpPr>
              <p:nvPr/>
            </p:nvCxnSpPr>
            <p:spPr>
              <a:xfrm rot="10800000">
                <a:off x="3023753" y="1682667"/>
                <a:ext cx="6005439" cy="1528709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Elbow Connector 44"/>
              <p:cNvCxnSpPr>
                <a:stCxn id="27" idx="1"/>
                <a:endCxn id="35" idx="3"/>
              </p:cNvCxnSpPr>
              <p:nvPr/>
            </p:nvCxnSpPr>
            <p:spPr>
              <a:xfrm rot="10800000">
                <a:off x="3023753" y="2273133"/>
                <a:ext cx="6005439" cy="938242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Elbow Connector 45"/>
              <p:cNvCxnSpPr>
                <a:stCxn id="27" idx="1"/>
                <a:endCxn id="38" idx="3"/>
              </p:cNvCxnSpPr>
              <p:nvPr/>
            </p:nvCxnSpPr>
            <p:spPr>
              <a:xfrm rot="10800000">
                <a:off x="3023753" y="2863601"/>
                <a:ext cx="6005439" cy="347775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Elbow Connector 46"/>
              <p:cNvCxnSpPr>
                <a:stCxn id="27" idx="1"/>
                <a:endCxn id="39" idx="3"/>
              </p:cNvCxnSpPr>
              <p:nvPr/>
            </p:nvCxnSpPr>
            <p:spPr>
              <a:xfrm rot="10800000" flipV="1">
                <a:off x="3023753" y="3211375"/>
                <a:ext cx="6005439" cy="242692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Elbow Connector 47"/>
              <p:cNvCxnSpPr>
                <a:stCxn id="27" idx="1"/>
                <a:endCxn id="40" idx="3"/>
              </p:cNvCxnSpPr>
              <p:nvPr/>
            </p:nvCxnSpPr>
            <p:spPr>
              <a:xfrm rot="10800000" flipV="1">
                <a:off x="3016477" y="3211374"/>
                <a:ext cx="6012715" cy="83316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Elbow Connector 48"/>
              <p:cNvCxnSpPr>
                <a:stCxn id="27" idx="1"/>
                <a:endCxn id="41" idx="3"/>
              </p:cNvCxnSpPr>
              <p:nvPr/>
            </p:nvCxnSpPr>
            <p:spPr>
              <a:xfrm rot="10800000" flipV="1">
                <a:off x="3023753" y="3211375"/>
                <a:ext cx="6005439" cy="1426988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Elbow Connector 49"/>
              <p:cNvCxnSpPr>
                <a:stCxn id="27" idx="1"/>
                <a:endCxn id="42" idx="3"/>
              </p:cNvCxnSpPr>
              <p:nvPr/>
            </p:nvCxnSpPr>
            <p:spPr>
              <a:xfrm rot="10800000" flipV="1">
                <a:off x="3023753" y="3211375"/>
                <a:ext cx="6005439" cy="2023272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6128420" y="2537857"/>
                <a:ext cx="2900767" cy="785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E-Mail</a:t>
                </a: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 rot="5400000">
              <a:off x="5457425" y="2231234"/>
              <a:ext cx="1189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Risk Level</a:t>
              </a:r>
              <a:endParaRPr lang="en-US" dirty="0"/>
            </a:p>
          </p:txBody>
        </p:sp>
      </p:grpSp>
      <p:sp>
        <p:nvSpPr>
          <p:cNvPr id="2" name="Cloud Callout 1"/>
          <p:cNvSpPr/>
          <p:nvPr/>
        </p:nvSpPr>
        <p:spPr>
          <a:xfrm>
            <a:off x="1252955" y="1409788"/>
            <a:ext cx="6638090" cy="4038424"/>
          </a:xfrm>
          <a:prstGeom prst="cloud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Higher Accuracy</a:t>
            </a:r>
          </a:p>
          <a:p>
            <a:pPr algn="ctr"/>
            <a:r>
              <a:rPr lang="en-US" sz="2800" b="1" dirty="0" smtClean="0"/>
              <a:t>Less man-power</a:t>
            </a:r>
          </a:p>
          <a:p>
            <a:pPr algn="ctr"/>
            <a:r>
              <a:rPr lang="en-US" sz="2800" b="1" dirty="0" smtClean="0"/>
              <a:t>Continuous operation</a:t>
            </a:r>
          </a:p>
        </p:txBody>
      </p:sp>
    </p:spTree>
    <p:extLst>
      <p:ext uri="{BB962C8B-B14F-4D97-AF65-F5344CB8AC3E}">
        <p14:creationId xmlns:p14="http://schemas.microsoft.com/office/powerpoint/2010/main" val="315458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66853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Archiving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idx="1"/>
          </p:nvPr>
        </p:nvSpPr>
        <p:spPr>
          <a:xfrm>
            <a:off x="820814" y="1270579"/>
            <a:ext cx="4615895" cy="2699171"/>
          </a:xfrm>
        </p:spPr>
        <p:txBody>
          <a:bodyPr>
            <a:no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access to all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by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users. (IT department only defined 3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level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Windows Explorer).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subject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or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damage.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log of activities including; read/write/delete.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Searching – 1 level of searching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parent folder for some files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638800" y="1417638"/>
            <a:ext cx="3474663" cy="1554162"/>
            <a:chOff x="130629" y="101601"/>
            <a:chExt cx="10216459" cy="609600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69290" y="2629472"/>
              <a:ext cx="423800" cy="68225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14638" y="2617871"/>
              <a:ext cx="1332450" cy="166632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4528" y="3113951"/>
              <a:ext cx="1040580" cy="674160"/>
            </a:xfrm>
            <a:prstGeom prst="rect">
              <a:avLst/>
            </a:prstGeom>
          </p:spPr>
        </p:pic>
        <p:sp>
          <p:nvSpPr>
            <p:cNvPr id="18" name="Left-Right Arrow 17"/>
            <p:cNvSpPr/>
            <p:nvPr/>
          </p:nvSpPr>
          <p:spPr>
            <a:xfrm>
              <a:off x="3831540" y="3311730"/>
              <a:ext cx="4725390" cy="358316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0629" y="101601"/>
              <a:ext cx="464457" cy="609600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50000">
                  <a:srgbClr val="FFFF00"/>
                </a:gs>
                <a:gs pos="100000">
                  <a:srgbClr val="00B050"/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" name="Chevron 19"/>
            <p:cNvSpPr/>
            <p:nvPr/>
          </p:nvSpPr>
          <p:spPr>
            <a:xfrm rot="10800000">
              <a:off x="807149" y="5529944"/>
              <a:ext cx="667657" cy="667657"/>
            </a:xfrm>
            <a:prstGeom prst="chevron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52818" y="3658964"/>
              <a:ext cx="4567618" cy="1177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Windows</a:t>
              </a:r>
            </a:p>
          </p:txBody>
        </p:sp>
      </p:grpSp>
      <p:sp>
        <p:nvSpPr>
          <p:cNvPr id="12" name="Text Placeholder 4"/>
          <p:cNvSpPr txBox="1">
            <a:spLocks/>
          </p:cNvSpPr>
          <p:nvPr/>
        </p:nvSpPr>
        <p:spPr>
          <a:xfrm>
            <a:off x="4194687" y="4073476"/>
            <a:ext cx="4918776" cy="2784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Pre-determined flexible access level for each user.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administration access for upload, modification, move, deletion to recycle bin of files.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permanent deletion of files; only hides the files, can be restored from internal recycle bin.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all file activities and users; login/read/save/export/delete.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 flipH="1">
            <a:off x="69343" y="4230600"/>
            <a:ext cx="3893057" cy="1941599"/>
            <a:chOff x="130629" y="101601"/>
            <a:chExt cx="11879006" cy="6165849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77185" y="2595840"/>
              <a:ext cx="1332450" cy="166632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43735" y="2589480"/>
              <a:ext cx="1675080" cy="1679040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26520" y="2377440"/>
              <a:ext cx="1540958" cy="2102373"/>
            </a:xfrm>
            <a:prstGeom prst="rect">
              <a:avLst/>
            </a:prstGeom>
          </p:spPr>
        </p:pic>
        <p:sp>
          <p:nvSpPr>
            <p:cNvPr id="25" name="Left-Right Arrow 24"/>
            <p:cNvSpPr/>
            <p:nvPr/>
          </p:nvSpPr>
          <p:spPr>
            <a:xfrm>
              <a:off x="8229600" y="3329130"/>
              <a:ext cx="2336800" cy="23899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Left-Right Arrow 25"/>
            <p:cNvSpPr/>
            <p:nvPr/>
          </p:nvSpPr>
          <p:spPr>
            <a:xfrm>
              <a:off x="3478263" y="3329130"/>
              <a:ext cx="2854687" cy="23899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30629" y="101601"/>
              <a:ext cx="464457" cy="609600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50000">
                  <a:srgbClr val="FFFF00"/>
                </a:gs>
                <a:gs pos="100000">
                  <a:srgbClr val="00B050"/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Chevron 27"/>
            <p:cNvSpPr/>
            <p:nvPr/>
          </p:nvSpPr>
          <p:spPr>
            <a:xfrm rot="10800000">
              <a:off x="807149" y="101601"/>
              <a:ext cx="667657" cy="667657"/>
            </a:xfrm>
            <a:prstGeom prst="chevron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29" name="Flowchart: Multidocument 28"/>
            <p:cNvSpPr/>
            <p:nvPr/>
          </p:nvSpPr>
          <p:spPr>
            <a:xfrm>
              <a:off x="6428613" y="4956063"/>
              <a:ext cx="1493901" cy="1311387"/>
            </a:xfrm>
            <a:prstGeom prst="flowChartMultidocumen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" name="Left-Right Arrow 29"/>
            <p:cNvSpPr/>
            <p:nvPr/>
          </p:nvSpPr>
          <p:spPr>
            <a:xfrm rot="16200000">
              <a:off x="6963588" y="4418213"/>
              <a:ext cx="662941" cy="23899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59460" y="1346643"/>
              <a:ext cx="3294226" cy="913443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Well-Watch: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319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962400" y="1451557"/>
            <a:ext cx="4998811" cy="2682587"/>
            <a:chOff x="160020" y="290512"/>
            <a:chExt cx="11696700" cy="627697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0925" y="290512"/>
              <a:ext cx="5010150" cy="6276975"/>
            </a:xfrm>
            <a:prstGeom prst="rect">
              <a:avLst/>
            </a:prstGeom>
          </p:spPr>
        </p:pic>
        <p:sp>
          <p:nvSpPr>
            <p:cNvPr id="7" name="Rounded Rectangular Callout 6"/>
            <p:cNvSpPr/>
            <p:nvPr/>
          </p:nvSpPr>
          <p:spPr>
            <a:xfrm>
              <a:off x="160020" y="937260"/>
              <a:ext cx="3078480" cy="1062989"/>
            </a:xfrm>
            <a:prstGeom prst="wedgeRoundRectCallout">
              <a:avLst>
                <a:gd name="adj1" fmla="val 70588"/>
                <a:gd name="adj2" fmla="val -52414"/>
                <a:gd name="adj3" fmla="val 16667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1. Simple Search</a:t>
              </a:r>
            </a:p>
          </p:txBody>
        </p:sp>
        <p:sp>
          <p:nvSpPr>
            <p:cNvPr id="8" name="Rounded Rectangular Callout 7"/>
            <p:cNvSpPr/>
            <p:nvPr/>
          </p:nvSpPr>
          <p:spPr>
            <a:xfrm>
              <a:off x="160020" y="2217420"/>
              <a:ext cx="3078480" cy="1062989"/>
            </a:xfrm>
            <a:prstGeom prst="wedgeRoundRectCallout">
              <a:avLst>
                <a:gd name="adj1" fmla="val 70588"/>
                <a:gd name="adj2" fmla="val -51338"/>
                <a:gd name="adj3" fmla="val 16667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3. Advance Search</a:t>
              </a:r>
            </a:p>
            <a:p>
              <a:pPr algn="ctr"/>
              <a:r>
                <a:rPr lang="en-US" sz="1050" dirty="0"/>
                <a:t>Can make complex criteria</a:t>
              </a:r>
            </a:p>
          </p:txBody>
        </p:sp>
        <p:sp>
          <p:nvSpPr>
            <p:cNvPr id="9" name="Rounded Rectangular Callout 8"/>
            <p:cNvSpPr/>
            <p:nvPr/>
          </p:nvSpPr>
          <p:spPr>
            <a:xfrm>
              <a:off x="160020" y="5189220"/>
              <a:ext cx="3078480" cy="1062989"/>
            </a:xfrm>
            <a:prstGeom prst="wedgeRoundRectCallout">
              <a:avLst>
                <a:gd name="adj1" fmla="val 70959"/>
                <a:gd name="adj2" fmla="val -50263"/>
                <a:gd name="adj3" fmla="val 16667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4. Direct Search</a:t>
              </a:r>
            </a:p>
            <a:p>
              <a:pPr algn="ctr"/>
              <a:r>
                <a:rPr lang="en-US" sz="1050" dirty="0"/>
                <a:t>Will use SQL commands</a:t>
              </a:r>
            </a:p>
          </p:txBody>
        </p:sp>
        <p:pic>
          <p:nvPicPr>
            <p:cNvPr id="10" name="Picture 9">
              <a:hlinkClick r:id="" action="ppaction://noaction"/>
            </p:cNvPr>
            <p:cNvPicPr>
              <a:picLocks noChangeAspect="1"/>
            </p:cNvPicPr>
            <p:nvPr/>
          </p:nvPicPr>
          <p:blipFill rotWithShape="1">
            <a:blip r:embed="rId2"/>
            <a:srcRect l="73023" t="11501" r="4162" b="72853"/>
            <a:stretch/>
          </p:blipFill>
          <p:spPr>
            <a:xfrm>
              <a:off x="7243235" y="1018116"/>
              <a:ext cx="1143000" cy="982133"/>
            </a:xfrm>
            <a:prstGeom prst="rect">
              <a:avLst/>
            </a:prstGeom>
          </p:spPr>
        </p:pic>
        <p:sp>
          <p:nvSpPr>
            <p:cNvPr id="11" name="Rounded Rectangular Callout 10"/>
            <p:cNvSpPr/>
            <p:nvPr/>
          </p:nvSpPr>
          <p:spPr>
            <a:xfrm>
              <a:off x="8778240" y="1348740"/>
              <a:ext cx="3078480" cy="1062989"/>
            </a:xfrm>
            <a:prstGeom prst="wedgeRoundRectCallout">
              <a:avLst>
                <a:gd name="adj1" fmla="val -66046"/>
                <a:gd name="adj2" fmla="val -55640"/>
                <a:gd name="adj3" fmla="val 16667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2. 2D Map Search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2196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914400" y="1473305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i="1" u="sng" dirty="0" smtClean="0"/>
              <a:t>4 </a:t>
            </a:r>
            <a:r>
              <a:rPr lang="en-US" sz="1800" b="1" i="1" u="sng" dirty="0"/>
              <a:t>search </a:t>
            </a:r>
            <a:r>
              <a:rPr lang="en-US" sz="1800" b="1" i="1" u="sng" dirty="0" smtClean="0"/>
              <a:t>modules:</a:t>
            </a:r>
            <a:endParaRPr lang="en-US" sz="1800" b="1" i="1" u="sng" dirty="0" smtClean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 smtClean="0"/>
              <a:t>Simple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 smtClean="0"/>
              <a:t>2D map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 smtClean="0"/>
              <a:t>Advance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 smtClean="0"/>
              <a:t>Direct SQL</a:t>
            </a:r>
          </a:p>
          <a:p>
            <a:endParaRPr lang="en-US" sz="18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172648" y="4015847"/>
            <a:ext cx="5105400" cy="2761463"/>
            <a:chOff x="4523556" y="1903797"/>
            <a:chExt cx="7668445" cy="414779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3556" y="1903797"/>
              <a:ext cx="7668445" cy="4118793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181815" y="5651478"/>
              <a:ext cx="2413481" cy="40010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 well on 2D 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99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68177"/>
          </a:xfrm>
        </p:spPr>
        <p:txBody>
          <a:bodyPr vert="horz" lIns="68580" tIns="34290" rIns="68580" bIns="34290" rtlCol="0" anchor="b"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57200" y="1334172"/>
            <a:ext cx="4387446" cy="2180969"/>
            <a:chOff x="299139" y="978241"/>
            <a:chExt cx="5849928" cy="290795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/>
            <a:srcRect l="3409" t="29394" r="32982" b="14394"/>
            <a:stretch/>
          </p:blipFill>
          <p:spPr>
            <a:xfrm>
              <a:off x="299139" y="978241"/>
              <a:ext cx="5849928" cy="290795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6" name="TextBox 15"/>
            <p:cNvSpPr txBox="1"/>
            <p:nvPr/>
          </p:nvSpPr>
          <p:spPr>
            <a:xfrm>
              <a:off x="2427667" y="2247554"/>
              <a:ext cx="1656009" cy="40010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#156’s Invoices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164743" y="2120161"/>
            <a:ext cx="4469486" cy="2789960"/>
            <a:chOff x="6560230" y="1109951"/>
            <a:chExt cx="5959315" cy="371994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/>
            <a:srcRect l="21477" t="29546" r="23636" b="9546"/>
            <a:stretch/>
          </p:blipFill>
          <p:spPr>
            <a:xfrm>
              <a:off x="6560230" y="1109951"/>
              <a:ext cx="5959315" cy="371994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9" name="TextBox 18"/>
            <p:cNvSpPr txBox="1"/>
            <p:nvPr/>
          </p:nvSpPr>
          <p:spPr>
            <a:xfrm>
              <a:off x="8460969" y="2785257"/>
              <a:ext cx="2217787" cy="40010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#156’s Time vs depth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292894" y="3124200"/>
            <a:ext cx="4393906" cy="3099693"/>
            <a:chOff x="1708325" y="2954478"/>
            <a:chExt cx="5858541" cy="4132924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4"/>
            <a:srcRect l="3744" t="30736" r="48203" b="8998"/>
            <a:stretch/>
          </p:blipFill>
          <p:spPr>
            <a:xfrm>
              <a:off x="1708325" y="2954478"/>
              <a:ext cx="5858541" cy="413292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1" name="TextBox 15"/>
            <p:cNvSpPr txBox="1"/>
            <p:nvPr/>
          </p:nvSpPr>
          <p:spPr>
            <a:xfrm>
              <a:off x="3841160" y="4836274"/>
              <a:ext cx="1977892" cy="40010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#156’s Claims (list)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916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Change &amp;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42" y="1219201"/>
            <a:ext cx="7734257" cy="121920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relevant files, letters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the status of each case; started, ongoing, closed</a:t>
            </a: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reporting on each project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contract management</a:t>
            </a: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from individuals</a:t>
            </a:r>
          </a:p>
          <a:p>
            <a:pPr marL="214313" indent="-214313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43" y="2439391"/>
            <a:ext cx="773425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5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609600"/>
            <a:ext cx="9144000" cy="411956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947824" y="1414765"/>
            <a:ext cx="8196176" cy="140463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23" y="2377656"/>
            <a:ext cx="7846355" cy="4251743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Invoice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47822" y="1143001"/>
            <a:ext cx="7738977" cy="121920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all relevant files, WPAs, supporting documents to database</a:t>
            </a: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the status of each invoice; approved, ongoing, rejected</a:t>
            </a: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reporting on each project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contract ceiling</a:t>
            </a: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from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50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4"/>
          <p:cNvPicPr>
            <a:picLocks noChangeAspect="1"/>
          </p:cNvPicPr>
          <p:nvPr/>
        </p:nvPicPr>
        <p:blipFill rotWithShape="1">
          <a:blip r:embed="rId2"/>
          <a:srcRect l="32420" t="9281" r="34887" b="63705"/>
          <a:stretch/>
        </p:blipFill>
        <p:spPr>
          <a:xfrm>
            <a:off x="1066800" y="2546337"/>
            <a:ext cx="3384947" cy="157328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615383"/>
            <a:ext cx="5393531" cy="31861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11262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Personnel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199"/>
            <a:ext cx="7772400" cy="1219201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individual performance monthly</a:t>
            </a: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all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evlauations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different reports</a:t>
            </a:r>
          </a:p>
          <a:p>
            <a:pPr marL="214313" indent="-21431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pre-determined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hirearchy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25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Impact" panose="020B0806030902050204" pitchFamily="34" charset="0"/>
              </a:rPr>
              <a:t>Archive viewer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3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137216878"/>
              </p:ext>
            </p:extLst>
          </p:nvPr>
        </p:nvGraphicFramePr>
        <p:xfrm>
          <a:off x="3496294" y="3505200"/>
          <a:ext cx="5181600" cy="3175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219201"/>
            <a:ext cx="7839694" cy="228600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Archive as the data base supports all modules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integration between files,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SoWs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invoices, claims &amp; contents of different reports of each well or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55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31607"/>
            <a:ext cx="9144000" cy="6355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9" y="1518237"/>
            <a:ext cx="9144000" cy="17602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080123"/>
            <a:ext cx="9144000" cy="1394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236546"/>
            <a:ext cx="6785436" cy="201185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91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824" y="1532646"/>
            <a:ext cx="4608976" cy="17923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824" y="2471601"/>
            <a:ext cx="2816596" cy="20758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824" y="2471601"/>
            <a:ext cx="2802879" cy="3776799"/>
          </a:xfrm>
          <a:prstGeom prst="rect">
            <a:avLst/>
          </a:prstGeom>
        </p:spPr>
      </p:pic>
      <p:sp>
        <p:nvSpPr>
          <p:cNvPr id="6" name="Title 4"/>
          <p:cNvSpPr txBox="1">
            <a:spLocks/>
          </p:cNvSpPr>
          <p:nvPr/>
        </p:nvSpPr>
        <p:spPr>
          <a:xfrm>
            <a:off x="457200" y="0"/>
            <a:ext cx="8229600" cy="12192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mtClean="0"/>
              <a:t> </a:t>
            </a:r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05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09800"/>
            <a:ext cx="9144000" cy="12161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160050"/>
            <a:ext cx="9144000" cy="201167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Release Rig</a:t>
            </a:r>
          </a:p>
        </p:txBody>
      </p:sp>
    </p:spTree>
    <p:extLst>
      <p:ext uri="{BB962C8B-B14F-4D97-AF65-F5344CB8AC3E}">
        <p14:creationId xmlns:p14="http://schemas.microsoft.com/office/powerpoint/2010/main" val="399491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99868" y="4721303"/>
            <a:ext cx="1681316" cy="431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885128"/>
            <a:ext cx="9144000" cy="1760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006596"/>
            <a:ext cx="9144000" cy="1860804"/>
          </a:xfrm>
          <a:prstGeom prst="rect">
            <a:avLst/>
          </a:prstGeom>
        </p:spPr>
      </p:pic>
      <p:sp>
        <p:nvSpPr>
          <p:cNvPr id="5" name="Title 4"/>
          <p:cNvSpPr txBox="1">
            <a:spLocks/>
          </p:cNvSpPr>
          <p:nvPr/>
        </p:nvSpPr>
        <p:spPr>
          <a:xfrm>
            <a:off x="457200" y="0"/>
            <a:ext cx="82296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Export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90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18360"/>
            <a:ext cx="9144000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37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3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4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5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6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7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8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9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10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1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1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13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1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14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15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1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16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17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18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19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1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20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9.xml><?xml version="1.0" encoding="utf-8"?>
<a:theme xmlns:a="http://schemas.openxmlformats.org/drawingml/2006/main" name="1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0.xml><?xml version="1.0" encoding="utf-8"?>
<a:theme xmlns:a="http://schemas.openxmlformats.org/drawingml/2006/main" name="2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1.xml><?xml version="1.0" encoding="utf-8"?>
<a:theme xmlns:a="http://schemas.openxmlformats.org/drawingml/2006/main" name="2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2.xml><?xml version="1.0" encoding="utf-8"?>
<a:theme xmlns:a="http://schemas.openxmlformats.org/drawingml/2006/main" name="23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3.xml><?xml version="1.0" encoding="utf-8"?>
<a:theme xmlns:a="http://schemas.openxmlformats.org/drawingml/2006/main" name="1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4.xml><?xml version="1.0" encoding="utf-8"?>
<a:theme xmlns:a="http://schemas.openxmlformats.org/drawingml/2006/main" name="24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5.xml><?xml version="1.0" encoding="utf-8"?>
<a:theme xmlns:a="http://schemas.openxmlformats.org/drawingml/2006/main" name="25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6.xml><?xml version="1.0" encoding="utf-8"?>
<a:theme xmlns:a="http://schemas.openxmlformats.org/drawingml/2006/main" name="1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7.xml><?xml version="1.0" encoding="utf-8"?>
<a:theme xmlns:a="http://schemas.openxmlformats.org/drawingml/2006/main" name="26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8.xml><?xml version="1.0" encoding="utf-8"?>
<a:theme xmlns:a="http://schemas.openxmlformats.org/drawingml/2006/main" name="2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9.xml><?xml version="1.0" encoding="utf-8"?>
<a:theme xmlns:a="http://schemas.openxmlformats.org/drawingml/2006/main" name="27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0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1.xml><?xml version="1.0" encoding="utf-8"?>
<a:theme xmlns:a="http://schemas.openxmlformats.org/drawingml/2006/main" name="28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2.xml><?xml version="1.0" encoding="utf-8"?>
<a:theme xmlns:a="http://schemas.openxmlformats.org/drawingml/2006/main" name="2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3.xml><?xml version="1.0" encoding="utf-8"?>
<a:theme xmlns:a="http://schemas.openxmlformats.org/drawingml/2006/main" name="2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4.xml><?xml version="1.0" encoding="utf-8"?>
<a:theme xmlns:a="http://schemas.openxmlformats.org/drawingml/2006/main" name="29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5.xml><?xml version="1.0" encoding="utf-8"?>
<a:theme xmlns:a="http://schemas.openxmlformats.org/drawingml/2006/main" name="30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6.xml><?xml version="1.0" encoding="utf-8"?>
<a:theme xmlns:a="http://schemas.openxmlformats.org/drawingml/2006/main" name="2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7.xml><?xml version="1.0" encoding="utf-8"?>
<a:theme xmlns:a="http://schemas.openxmlformats.org/drawingml/2006/main" name="3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8.xml><?xml version="1.0" encoding="utf-8"?>
<a:theme xmlns:a="http://schemas.openxmlformats.org/drawingml/2006/main" name="2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9.xml><?xml version="1.0" encoding="utf-8"?>
<a:theme xmlns:a="http://schemas.openxmlformats.org/drawingml/2006/main" name="3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0.xml><?xml version="1.0" encoding="utf-8"?>
<a:theme xmlns:a="http://schemas.openxmlformats.org/drawingml/2006/main" name="2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1.xml><?xml version="1.0" encoding="utf-8"?>
<a:theme xmlns:a="http://schemas.openxmlformats.org/drawingml/2006/main" name="33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2.xml><?xml version="1.0" encoding="utf-8"?>
<a:theme xmlns:a="http://schemas.openxmlformats.org/drawingml/2006/main" name="2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3.xml><?xml version="1.0" encoding="utf-8"?>
<a:theme xmlns:a="http://schemas.openxmlformats.org/drawingml/2006/main" name="2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4.xml><?xml version="1.0" encoding="utf-8"?>
<a:theme xmlns:a="http://schemas.openxmlformats.org/drawingml/2006/main" name="2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5.xml><?xml version="1.0" encoding="utf-8"?>
<a:theme xmlns:a="http://schemas.openxmlformats.org/drawingml/2006/main" name="34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6.xml><?xml version="1.0" encoding="utf-8"?>
<a:theme xmlns:a="http://schemas.openxmlformats.org/drawingml/2006/main" name="3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7.xml><?xml version="1.0" encoding="utf-8"?>
<a:theme xmlns:a="http://schemas.openxmlformats.org/drawingml/2006/main" name="35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8.xml><?xml version="1.0" encoding="utf-8"?>
<a:theme xmlns:a="http://schemas.openxmlformats.org/drawingml/2006/main" name="3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9.xml><?xml version="1.0" encoding="utf-8"?>
<a:theme xmlns:a="http://schemas.openxmlformats.org/drawingml/2006/main" name="36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0.xml><?xml version="1.0" encoding="utf-8"?>
<a:theme xmlns:a="http://schemas.openxmlformats.org/drawingml/2006/main" name="37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1.xml><?xml version="1.0" encoding="utf-8"?>
<a:theme xmlns:a="http://schemas.openxmlformats.org/drawingml/2006/main" name="3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2.xml><?xml version="1.0" encoding="utf-8"?>
<a:theme xmlns:a="http://schemas.openxmlformats.org/drawingml/2006/main" name="38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3.xml><?xml version="1.0" encoding="utf-8"?>
<a:theme xmlns:a="http://schemas.openxmlformats.org/drawingml/2006/main" name="3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4.xml><?xml version="1.0" encoding="utf-8"?>
<a:theme xmlns:a="http://schemas.openxmlformats.org/drawingml/2006/main" name="3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5.xml><?xml version="1.0" encoding="utf-8"?>
<a:theme xmlns:a="http://schemas.openxmlformats.org/drawingml/2006/main" name="39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6.xml><?xml version="1.0" encoding="utf-8"?>
<a:theme xmlns:a="http://schemas.openxmlformats.org/drawingml/2006/main" name="40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7.xml><?xml version="1.0" encoding="utf-8"?>
<a:theme xmlns:a="http://schemas.openxmlformats.org/drawingml/2006/main" name="3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8.xml><?xml version="1.0" encoding="utf-8"?>
<a:theme xmlns:a="http://schemas.openxmlformats.org/drawingml/2006/main" name="4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9.xml><?xml version="1.0" encoding="utf-8"?>
<a:theme xmlns:a="http://schemas.openxmlformats.org/drawingml/2006/main" name="4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0.xml><?xml version="1.0" encoding="utf-8"?>
<a:theme xmlns:a="http://schemas.openxmlformats.org/drawingml/2006/main" name="3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1.xml><?xml version="1.0" encoding="utf-8"?>
<a:theme xmlns:a="http://schemas.openxmlformats.org/drawingml/2006/main" name="43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2.xml><?xml version="1.0" encoding="utf-8"?>
<a:theme xmlns:a="http://schemas.openxmlformats.org/drawingml/2006/main" name="3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3.xml><?xml version="1.0" encoding="utf-8"?>
<a:theme xmlns:a="http://schemas.openxmlformats.org/drawingml/2006/main" name="3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4.xml><?xml version="1.0" encoding="utf-8"?>
<a:theme xmlns:a="http://schemas.openxmlformats.org/drawingml/2006/main" name="44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5.xml><?xml version="1.0" encoding="utf-8"?>
<a:theme xmlns:a="http://schemas.openxmlformats.org/drawingml/2006/main" name="3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6.xml><?xml version="1.0" encoding="utf-8"?>
<a:theme xmlns:a="http://schemas.openxmlformats.org/drawingml/2006/main" name="45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7.xml><?xml version="1.0" encoding="utf-8"?>
<a:theme xmlns:a="http://schemas.openxmlformats.org/drawingml/2006/main" name="4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8.xml><?xml version="1.0" encoding="utf-8"?>
<a:theme xmlns:a="http://schemas.openxmlformats.org/drawingml/2006/main" name="46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9.xml><?xml version="1.0" encoding="utf-8"?>
<a:theme xmlns:a="http://schemas.openxmlformats.org/drawingml/2006/main" name="47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0.xml><?xml version="1.0" encoding="utf-8"?>
<a:theme xmlns:a="http://schemas.openxmlformats.org/drawingml/2006/main" name="4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1.xml><?xml version="1.0" encoding="utf-8"?>
<a:theme xmlns:a="http://schemas.openxmlformats.org/drawingml/2006/main" name="4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2.xml><?xml version="1.0" encoding="utf-8"?>
<a:theme xmlns:a="http://schemas.openxmlformats.org/drawingml/2006/main" name="4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9597</TotalTime>
  <Words>558</Words>
  <Application>Microsoft Office PowerPoint</Application>
  <PresentationFormat>On-screen Show (4:3)</PresentationFormat>
  <Paragraphs>108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92</vt:i4>
      </vt:variant>
      <vt:variant>
        <vt:lpstr>Slide Titles</vt:lpstr>
      </vt:variant>
      <vt:variant>
        <vt:i4>17</vt:i4>
      </vt:variant>
    </vt:vector>
  </HeadingPairs>
  <TitlesOfParts>
    <vt:vector size="113" baseType="lpstr">
      <vt:lpstr>Arial</vt:lpstr>
      <vt:lpstr>Calibri</vt:lpstr>
      <vt:lpstr>Impact</vt:lpstr>
      <vt:lpstr>Times New Roman</vt:lpstr>
      <vt:lpstr>Office Theme</vt:lpstr>
      <vt:lpstr>1_Office Theme</vt:lpstr>
      <vt:lpstr>Theme1</vt:lpstr>
      <vt:lpstr>1_Theme1</vt:lpstr>
      <vt:lpstr>2_Office Theme</vt:lpstr>
      <vt:lpstr>3_Office Theme</vt:lpstr>
      <vt:lpstr>2_Theme1</vt:lpstr>
      <vt:lpstr>3_Theme1</vt:lpstr>
      <vt:lpstr>4_Office Theme</vt:lpstr>
      <vt:lpstr>4_Theme1</vt:lpstr>
      <vt:lpstr>5_Office Theme</vt:lpstr>
      <vt:lpstr>6_Office Theme</vt:lpstr>
      <vt:lpstr>7_Office Theme</vt:lpstr>
      <vt:lpstr>5_Theme1</vt:lpstr>
      <vt:lpstr>8_Office Theme</vt:lpstr>
      <vt:lpstr>6_Theme1</vt:lpstr>
      <vt:lpstr>9_Office Theme</vt:lpstr>
      <vt:lpstr>7_Theme1</vt:lpstr>
      <vt:lpstr>8_Theme1</vt:lpstr>
      <vt:lpstr>10_Office Theme</vt:lpstr>
      <vt:lpstr>11_Office Theme</vt:lpstr>
      <vt:lpstr>9_Theme1</vt:lpstr>
      <vt:lpstr>10_Theme1</vt:lpstr>
      <vt:lpstr>12_Office Theme</vt:lpstr>
      <vt:lpstr>11_Theme1</vt:lpstr>
      <vt:lpstr>12_Theme1</vt:lpstr>
      <vt:lpstr>13_Theme1</vt:lpstr>
      <vt:lpstr>13_Office Theme</vt:lpstr>
      <vt:lpstr>14_Theme1</vt:lpstr>
      <vt:lpstr>15_Theme1</vt:lpstr>
      <vt:lpstr>14_Office Theme</vt:lpstr>
      <vt:lpstr>16_Theme1</vt:lpstr>
      <vt:lpstr>17_Theme1</vt:lpstr>
      <vt:lpstr>18_Theme1</vt:lpstr>
      <vt:lpstr>15_Office Theme</vt:lpstr>
      <vt:lpstr>19_Theme1</vt:lpstr>
      <vt:lpstr>16_Office Theme</vt:lpstr>
      <vt:lpstr>20_Theme1</vt:lpstr>
      <vt:lpstr>17_Office Theme</vt:lpstr>
      <vt:lpstr>21_Theme1</vt:lpstr>
      <vt:lpstr>22_Theme1</vt:lpstr>
      <vt:lpstr>23_Theme1</vt:lpstr>
      <vt:lpstr>18_Office Theme</vt:lpstr>
      <vt:lpstr>24_Theme1</vt:lpstr>
      <vt:lpstr>25_Theme1</vt:lpstr>
      <vt:lpstr>19_Office Theme</vt:lpstr>
      <vt:lpstr>26_Theme1</vt:lpstr>
      <vt:lpstr>20_Office Theme</vt:lpstr>
      <vt:lpstr>27_Theme1</vt:lpstr>
      <vt:lpstr>21_Office Theme</vt:lpstr>
      <vt:lpstr>28_Theme1</vt:lpstr>
      <vt:lpstr>22_Office Theme</vt:lpstr>
      <vt:lpstr>23_Office Theme</vt:lpstr>
      <vt:lpstr>29_Theme1</vt:lpstr>
      <vt:lpstr>30_Theme1</vt:lpstr>
      <vt:lpstr>24_Office Theme</vt:lpstr>
      <vt:lpstr>31_Theme1</vt:lpstr>
      <vt:lpstr>25_Office Theme</vt:lpstr>
      <vt:lpstr>32_Theme1</vt:lpstr>
      <vt:lpstr>26_Office Theme</vt:lpstr>
      <vt:lpstr>33_Theme1</vt:lpstr>
      <vt:lpstr>27_Office Theme</vt:lpstr>
      <vt:lpstr>28_Office Theme</vt:lpstr>
      <vt:lpstr>29_Office Theme</vt:lpstr>
      <vt:lpstr>34_Theme1</vt:lpstr>
      <vt:lpstr>30_Office Theme</vt:lpstr>
      <vt:lpstr>35_Theme1</vt:lpstr>
      <vt:lpstr>31_Office Theme</vt:lpstr>
      <vt:lpstr>36_Theme1</vt:lpstr>
      <vt:lpstr>37_Theme1</vt:lpstr>
      <vt:lpstr>32_Office Theme</vt:lpstr>
      <vt:lpstr>38_Theme1</vt:lpstr>
      <vt:lpstr>33_Office Theme</vt:lpstr>
      <vt:lpstr>34_Office Theme</vt:lpstr>
      <vt:lpstr>39_Theme1</vt:lpstr>
      <vt:lpstr>40_Theme1</vt:lpstr>
      <vt:lpstr>35_Office Theme</vt:lpstr>
      <vt:lpstr>41_Theme1</vt:lpstr>
      <vt:lpstr>42_Theme1</vt:lpstr>
      <vt:lpstr>36_Office Theme</vt:lpstr>
      <vt:lpstr>43_Theme1</vt:lpstr>
      <vt:lpstr>37_Office Theme</vt:lpstr>
      <vt:lpstr>38_Office Theme</vt:lpstr>
      <vt:lpstr>44_Theme1</vt:lpstr>
      <vt:lpstr>39_Office Theme</vt:lpstr>
      <vt:lpstr>45_Theme1</vt:lpstr>
      <vt:lpstr>40_Office Theme</vt:lpstr>
      <vt:lpstr>46_Theme1</vt:lpstr>
      <vt:lpstr>47_Theme1</vt:lpstr>
      <vt:lpstr>41_Office Theme</vt:lpstr>
      <vt:lpstr>43_Office Theme</vt:lpstr>
      <vt:lpstr>44_Office Theme</vt:lpstr>
      <vt:lpstr>Well Watch</vt:lpstr>
      <vt:lpstr>Capabilities &amp; Main Features</vt:lpstr>
      <vt:lpstr>Well-Watch Modules &amp; Relations</vt:lpstr>
      <vt:lpstr>Dispatching</vt:lpstr>
      <vt:lpstr>Archiving</vt:lpstr>
      <vt:lpstr>More Features  Search Modules</vt:lpstr>
      <vt:lpstr>More Features Management Dashboards</vt:lpstr>
      <vt:lpstr>Change &amp; Claim</vt:lpstr>
      <vt:lpstr>Invoice Tracking</vt:lpstr>
      <vt:lpstr>Personnel Evaluation</vt:lpstr>
      <vt:lpstr>Archive viewer</vt:lpstr>
      <vt:lpstr>PowerPoint Presentation</vt:lpstr>
      <vt:lpstr>Work Flow</vt:lpstr>
      <vt:lpstr>PowerPoint Presentation</vt:lpstr>
      <vt:lpstr>Release Rig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tabandeh</dc:creator>
  <cp:lastModifiedBy>Majid Goudarzi</cp:lastModifiedBy>
  <cp:revision>4133</cp:revision>
  <cp:lastPrinted>2018-04-08T10:13:40Z</cp:lastPrinted>
  <dcterms:created xsi:type="dcterms:W3CDTF">2013-09-15T05:19:46Z</dcterms:created>
  <dcterms:modified xsi:type="dcterms:W3CDTF">2019-05-08T09:56:54Z</dcterms:modified>
</cp:coreProperties>
</file>